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49.xml"/>
  <Override ContentType="application/vnd.openxmlformats-officedocument.presentationml.slideLayout+xml" PartName="/ppt/slideLayouts/slideLayout7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82.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3" r:id="rId3"/>
  </p:sldMasterIdLst>
  <p:notesMasterIdLst>
    <p:notesMasterId r:id="rId4"/>
  </p:notesMasterIdLst>
  <p:sldIdLst>
    <p:sldId id="256" r:id="rId5"/>
    <p:sldId id="257" r:id="rId6"/>
    <p:sldId id="258" r:id="rId7"/>
    <p:sldId id="259" r:id="rId8"/>
    <p:sldId id="260" r:id="rId9"/>
    <p:sldId id="261" r:id="rId10"/>
  </p:sldIdLst>
  <p:sldSz cy="10287000" cx="18288000"/>
  <p:notesSz cx="6858000" cy="9144000"/>
  <p:embeddedFontLst>
    <p:embeddedFont>
      <p:font typeface="Optimistic"/>
      <p:regular r:id="rId11"/>
      <p:bold r:id="rId12"/>
      <p:italic r:id="rId13"/>
      <p:boldItalic r:id="rId14"/>
    </p:embeddedFont>
    <p:embeddedFont>
      <p:font typeface="Optimistic Medium"/>
      <p:regular r:id="rId15"/>
      <p:bold r:id="rId16"/>
      <p:italic r:id="rId17"/>
      <p:boldItalic r:id="rId18"/>
    </p:embeddedFont>
    <p:embeddedFont>
      <p:font typeface="Roboto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20" Type="http://schemas.openxmlformats.org/officeDocument/2006/relationships/font" Target="fonts/RobotoMono-bold.fntdata"/><Relationship Id="rId22" Type="http://schemas.openxmlformats.org/officeDocument/2006/relationships/font" Target="fonts/RobotoMono-boldItalic.fntdata"/><Relationship Id="rId21" Type="http://schemas.openxmlformats.org/officeDocument/2006/relationships/font" Target="fonts/RobotoMono-italic.fntdata"/><Relationship Id="rId11" Type="http://schemas.openxmlformats.org/officeDocument/2006/relationships/font" Target="fonts/Optimistic-regular.fntdata"/><Relationship Id="rId10" Type="http://schemas.openxmlformats.org/officeDocument/2006/relationships/slide" Target="slides/slide6.xml"/><Relationship Id="rId13" Type="http://schemas.openxmlformats.org/officeDocument/2006/relationships/font" Target="fonts/Optimistic-italic.fntdata"/><Relationship Id="rId12" Type="http://schemas.openxmlformats.org/officeDocument/2006/relationships/font" Target="fonts/Optimistic-bold.fntdata"/><Relationship Id="rId15" Type="http://schemas.openxmlformats.org/officeDocument/2006/relationships/font" Target="fonts/OptimisticMedium-regular.fntdata"/><Relationship Id="rId14" Type="http://schemas.openxmlformats.org/officeDocument/2006/relationships/font" Target="fonts/Optimistic-boldItalic.fntdata"/><Relationship Id="rId17" Type="http://schemas.openxmlformats.org/officeDocument/2006/relationships/font" Target="fonts/OptimisticMedium-italic.fntdata"/><Relationship Id="rId16" Type="http://schemas.openxmlformats.org/officeDocument/2006/relationships/font" Target="fonts/OptimisticMedium-bold.fntdata"/><Relationship Id="rId19" Type="http://schemas.openxmlformats.org/officeDocument/2006/relationships/font" Target="fonts/RobotoMono-regular.fntdata"/><Relationship Id="rId18" Type="http://schemas.openxmlformats.org/officeDocument/2006/relationships/font" Target="fonts/Optimistic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taskops_cover_oct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8" name="Google Shape;538;taskops_cover_oct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Custom TaskOps — Hugo Ng. A personalized, extensible workflow that automates recurring checks and repairs while keeping validation consistent across creation, hardening, context extension, and review fixes. Current native Muse package; deck private to Hugo Ng.</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slide_ygcwmck6o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7" name="Google Shape;547;slide_ygcwmck6o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Entry points are the starting actions: create a task, harden it, extend context, or resolve review findings. All these modifications require common checks: oracle/setup correctness, specification clarity and test-spec alignment, and resistance to reward hacking. Custom TaskOps ties each entry into one shared verification and repair loop, so a single command invokes checks, applies blocking fixes, and rechecks instead of the author repeatedly prompting for manual verification and iteration. Every substantive edit invalidates prior evidence. The workflow repeats within its bounded retry budget, commits only when required gates pass, and reports unresolved blockers without committing. Official reviews supply current quality criteria; empirical gates apply when required.</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slide_mb3eskrmohv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7" name="Google Shape;567;slide_mb3eskrmohv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Horizontal rendering of the README workflow. Standalone sanity-only entry is omitted for presentation. Create, ease, harden, context growth, and quality repair share one loop. Optional ideation/research precedes a coherent candidate. Allocate attempt 1–3 before post-edit sanity; then official independent review and any required empirical measurement. A blocking sanity result, blocking review, or failed/incomplete empirical batch ends that attempt. All failure routes check the same cap before repairs. The third failed attempt stops uncommitted; a successful third attempt may commit. Pre-edit baselines and research are outside this budget; five model trials are one measurement batch within an attempt. Nested policies or handoffs do not reset the ledger. The main agent owns edits and one scoped commit. This is an instruction-driven workflow; the Stop hook is advisory. Thin open arrowheads and a gap at the empirical branch crossing keep routes distinct. Push is an optional customization.</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slide_oce12qm4urhj: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4" name="Google Shape;664;slide_oce12qm4urhj: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Compare three implemented entry skills, not hypothetical integration categories. Each has different inputs and edits, then uses one shared validation/commit loop.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create-task accepts an idea or invokes the proposal phase of ideate-task when no concrete idea is supplied, subject to current seed/authoring requirements. It scaffolds the detected track’s spec, tests, environment, verifier and reference solution. Prefer codimango task init when the current track/format supports it. Generate the README via the current official README skill, currently team-aai:update-readme, resolved at runtime. Creation measurements depend on task/track policy; the plugin does not claim that every new task always runs a five-trial calibration.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harden-task requires a valid existing task. failure-researcher returns a bounded brief from current-task and owned-task failure trajectories using the Codimango CLI. Establish the empirical five-trial baseline before edits. Use the evidence to change task difficulty, then run post-edit sanity and official independent review. Run five comparable candidate trials using supported local tooling (current TBench example: codimango bench run -p &lt;task&gt; -a &lt;gate-agent&gt; -m &lt;gate-model&gt; --k-to-n -k 5 --jobs-dir &lt;scratch&gt;/jobs --json). Commit only when the configured empirical target passes; lower but still out-of-range success counts are insufficient. Resolve live model/agent identities and track commands rather than hardcoding them.</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quality-fix uses quality-issue-researcher to collect Codimango quality, rubric, validation, trial and human-review findings pinned to the current commit. Repair task-owned defects such as spec/test misalignment, oracle failures and verifier weaknesses; do not blindly apply stale findings or interpret infrastructure failures as difficulty. If repairs adopt hardening/easing policies, inherit their empirical baseline and post-edit gates under the same outer owner; otherwise ordinary repair does not automatically require difficulty trials.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Shared behavior: changed content must pass sanity and the current official track review, then all required operation measurements before one scoped commit. One outer operation owns edits, research handoffs, fixes, measurements and commit; official skills supply their maintained procedures and quality criteria. Pre-edit baselines do not consume the post-edit budget. Any failed sanity, review or failed/incomplete empirical batch consumes a validation attempt; the third failure stops uncommitted before more repairs. A successful third attempt may commit. Five trials form one measurement batch within an attempt. Runtime source discovery and explicit policy determine current capabilities. The slide flowchart explains the common loop; this table isolates operation-specific differences.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slide_7tl31nz356d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slide_7tl31nz356d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three central pieces are skills, references, and profiles. Skills are Markdown instructions defining workflow steps and handoffs—not executable hook scripts. create-task combines research and scaffolding with the canonical validation and commit loop; harden-task and quality-fix reuse it. Use a skill to drive custom steps, invoke existing official skills, or combine both under one owner. References hold reusable shared policies: sanity, independent review, the shared three-validation-attempt ledger, research, measurement, and scoped commit. Edit the shared rule once rather than duplicating it in each entry skill. Profiles adapt that workflow per track: task layout, verifier/tool commands, official review routing, scratch paths, and difficulty/context procedures or targets. Current authoritative sources and explicit task policy override stale hints; do not bypass official requirements. The cross-track customization explanation is merged here rather than repeated on a separate slide. Configuration is editable Markdown, not an automatic settings hierarchy: entry skills explicitly load shared references, detect the profile, and read the task repo adapter.</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Secondary components: agents define research roles that return compact evidence briefs to save main-agent context. The main agent retains edits and final commit. Task repo AGENTS.md is outside the plugin and supplies local commands, paths, missing capabilities, and default track. Hooks are event-triggered executable scripts registered in the manifest; this package’s Stop hook only offers fast advisory checks and does not orchestrate the workflow or enforce retry limits. The native Muse manifest registers capabilities. Copy/fork or start fresh, register skills and hooks, validate, and install privately. Example: muse plugins validate . --json; muse plugins install /path/to/your-plugin --scope user; muse plugins approve your-plugin. Check each track against a real task; manifest validation does not establish track support. Ask AI to edit a skill, shared policy, or one profile to suit your workflow. Other harnesses need their own packaging conventions.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slide_h0xt1k3tx6io: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8" name="Google Shape;718;slide_h0xt1k3tx6io: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repository is available for exploration: the existing plugin, its editable policies and track procedures, or the file structure as a starting point for another plugin. The three blocks describe these possibilities without a prescribed adoption path. Leave space for questions and discussion. Repository: https://github.com/hrnmeta/custom-taskops. Current package: native Muse. The deck remains private.</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1_Title" type="title">
  <p:cSld name="TITLE">
    <p:spTree>
      <p:nvGrpSpPr>
        <p:cNvPr id="8"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15429662" y="8815400"/>
            <a:ext cx="2439250" cy="1050499"/>
          </a:xfrm>
          <a:prstGeom prst="rect">
            <a:avLst/>
          </a:prstGeom>
          <a:noFill/>
          <a:ln>
            <a:noFill/>
          </a:ln>
        </p:spPr>
      </p:pic>
      <p:sp>
        <p:nvSpPr>
          <p:cNvPr id="10" name="Google Shape;10;p2"/>
          <p:cNvSpPr txBox="1"/>
          <p:nvPr>
            <p:ph idx="1" type="subTitle"/>
          </p:nvPr>
        </p:nvSpPr>
        <p:spPr>
          <a:xfrm>
            <a:off x="790565" y="8942832"/>
            <a:ext cx="2811900" cy="6948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11" name="Google Shape;11;p2"/>
          <p:cNvSpPr txBox="1"/>
          <p:nvPr>
            <p:ph idx="2" type="subTitle"/>
          </p:nvPr>
        </p:nvSpPr>
        <p:spPr>
          <a:xfrm>
            <a:off x="4317205" y="8942832"/>
            <a:ext cx="2811900" cy="6948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12" name="Google Shape;12;p2"/>
          <p:cNvSpPr txBox="1"/>
          <p:nvPr>
            <p:ph idx="3" type="subTitle"/>
          </p:nvPr>
        </p:nvSpPr>
        <p:spPr>
          <a:xfrm>
            <a:off x="7843845" y="8942832"/>
            <a:ext cx="2811900" cy="6948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13" name="Google Shape;13;p2"/>
          <p:cNvSpPr txBox="1"/>
          <p:nvPr>
            <p:ph type="ctrTitle"/>
          </p:nvPr>
        </p:nvSpPr>
        <p:spPr>
          <a:xfrm>
            <a:off x="790565" y="3849624"/>
            <a:ext cx="11964900" cy="1710000"/>
          </a:xfrm>
          <a:prstGeom prst="rect">
            <a:avLst/>
          </a:prstGeom>
        </p:spPr>
        <p:txBody>
          <a:bodyPr anchorCtr="0" anchor="b" bIns="0" lIns="0" spcFirstLastPara="1" rIns="0" wrap="square" tIns="0">
            <a:noAutofit/>
          </a:bodyPr>
          <a:lstStyle>
            <a:lvl1pPr lvl="0" rtl="0">
              <a:spcBef>
                <a:spcPts val="0"/>
              </a:spcBef>
              <a:spcAft>
                <a:spcPts val="0"/>
              </a:spcAft>
              <a:buSzPts val="7200"/>
              <a:buNone/>
              <a:defRPr sz="7200"/>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14" name="Google Shape;14;p2"/>
          <p:cNvSpPr txBox="1"/>
          <p:nvPr>
            <p:ph idx="4" type="subTitle"/>
          </p:nvPr>
        </p:nvSpPr>
        <p:spPr>
          <a:xfrm>
            <a:off x="790565" y="6153912"/>
            <a:ext cx="119649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lvl1pPr>
            <a:lvl2pPr lvl="1" rtl="0">
              <a:lnSpc>
                <a:spcPct val="125000"/>
              </a:lnSpc>
              <a:spcBef>
                <a:spcPts val="0"/>
              </a:spcBef>
              <a:spcAft>
                <a:spcPts val="0"/>
              </a:spcAft>
              <a:buNone/>
              <a:defRPr sz="1800"/>
            </a:lvl2pPr>
            <a:lvl3pPr lvl="2" rtl="0">
              <a:lnSpc>
                <a:spcPct val="125000"/>
              </a:lnSpc>
              <a:spcBef>
                <a:spcPts val="0"/>
              </a:spcBef>
              <a:spcAft>
                <a:spcPts val="0"/>
              </a:spcAft>
              <a:buNone/>
              <a:defRPr sz="1800"/>
            </a:lvl3pPr>
            <a:lvl4pPr lvl="3" rtl="0">
              <a:lnSpc>
                <a:spcPct val="125000"/>
              </a:lnSpc>
              <a:spcBef>
                <a:spcPts val="0"/>
              </a:spcBef>
              <a:spcAft>
                <a:spcPts val="0"/>
              </a:spcAft>
              <a:buNone/>
              <a:defRPr sz="1800"/>
            </a:lvl4pPr>
            <a:lvl5pPr lvl="4" rtl="0">
              <a:lnSpc>
                <a:spcPct val="125000"/>
              </a:lnSpc>
              <a:spcBef>
                <a:spcPts val="0"/>
              </a:spcBef>
              <a:spcAft>
                <a:spcPts val="0"/>
              </a:spcAft>
              <a:buNone/>
              <a:defRPr sz="1800"/>
            </a:lvl5pPr>
            <a:lvl6pPr lvl="5" rtl="0">
              <a:lnSpc>
                <a:spcPct val="125000"/>
              </a:lnSpc>
              <a:spcBef>
                <a:spcPts val="0"/>
              </a:spcBef>
              <a:spcAft>
                <a:spcPts val="0"/>
              </a:spcAft>
              <a:buNone/>
              <a:defRPr sz="1800"/>
            </a:lvl6pPr>
            <a:lvl7pPr lvl="6" rtl="0">
              <a:lnSpc>
                <a:spcPct val="125000"/>
              </a:lnSpc>
              <a:spcBef>
                <a:spcPts val="0"/>
              </a:spcBef>
              <a:spcAft>
                <a:spcPts val="0"/>
              </a:spcAft>
              <a:buNone/>
              <a:defRPr sz="1800"/>
            </a:lvl7pPr>
            <a:lvl8pPr lvl="7" rtl="0">
              <a:lnSpc>
                <a:spcPct val="125000"/>
              </a:lnSpc>
              <a:spcBef>
                <a:spcPts val="0"/>
              </a:spcBef>
              <a:spcAft>
                <a:spcPts val="0"/>
              </a:spcAft>
              <a:buNone/>
              <a:defRPr sz="1800"/>
            </a:lvl8pPr>
            <a:lvl9pPr lvl="8" rtl="0">
              <a:lnSpc>
                <a:spcPct val="125000"/>
              </a:lnSpc>
              <a:spcBef>
                <a:spcPts val="0"/>
              </a:spcBef>
              <a:spcAft>
                <a:spcPts val="0"/>
              </a:spcAft>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7_Agenda">
  <p:cSld name="SECTION_HEADER_2_2">
    <p:spTree>
      <p:nvGrpSpPr>
        <p:cNvPr id="15" name="Shape 15"/>
        <p:cNvGrpSpPr/>
        <p:nvPr/>
      </p:nvGrpSpPr>
      <p:grpSpPr>
        <a:xfrm>
          <a:off x="0" y="0"/>
          <a:ext cx="0" cy="0"/>
          <a:chOff x="0" y="0"/>
          <a:chExt cx="0" cy="0"/>
        </a:xfrm>
      </p:grpSpPr>
      <p:sp>
        <p:nvSpPr>
          <p:cNvPr id="16" name="Google Shape;16;p3"/>
          <p:cNvSpPr txBox="1"/>
          <p:nvPr>
            <p:ph idx="1" type="body"/>
          </p:nvPr>
        </p:nvSpPr>
        <p:spPr>
          <a:xfrm>
            <a:off x="9372603" y="1873800"/>
            <a:ext cx="6792000" cy="6844200"/>
          </a:xfrm>
          <a:prstGeom prst="rect">
            <a:avLst/>
          </a:prstGeom>
        </p:spPr>
        <p:txBody>
          <a:bodyPr anchorCtr="0" anchor="ctr" bIns="0" lIns="0" spcFirstLastPara="1" rIns="0" wrap="square" tIns="0">
            <a:noAutofit/>
          </a:bodyPr>
          <a:lstStyle>
            <a:lvl1pPr indent="-400050" lvl="0" marL="457200" rtl="0">
              <a:lnSpc>
                <a:spcPct val="115000"/>
              </a:lnSpc>
              <a:spcBef>
                <a:spcPts val="0"/>
              </a:spcBef>
              <a:spcAft>
                <a:spcPts val="0"/>
              </a:spcAft>
              <a:buSzPts val="2700"/>
              <a:buNone/>
              <a:defRPr sz="2700"/>
            </a:lvl1pPr>
            <a:lvl2pPr indent="-400050" lvl="1" marL="914400" rtl="0">
              <a:lnSpc>
                <a:spcPct val="115000"/>
              </a:lnSpc>
              <a:spcBef>
                <a:spcPts val="1800"/>
              </a:spcBef>
              <a:spcAft>
                <a:spcPts val="0"/>
              </a:spcAft>
              <a:buSzPts val="2700"/>
              <a:buAutoNum type="alphaLcPeriod"/>
              <a:defRPr sz="2700"/>
            </a:lvl2pPr>
            <a:lvl3pPr indent="-400050" lvl="2" marL="1371600" rtl="0">
              <a:lnSpc>
                <a:spcPct val="115000"/>
              </a:lnSpc>
              <a:spcBef>
                <a:spcPts val="1800"/>
              </a:spcBef>
              <a:spcAft>
                <a:spcPts val="0"/>
              </a:spcAft>
              <a:buSzPts val="2700"/>
              <a:buAutoNum type="romanLcPeriod"/>
              <a:defRPr sz="2700"/>
            </a:lvl3pPr>
            <a:lvl4pPr indent="-400050" lvl="3" marL="1828800" rtl="0">
              <a:lnSpc>
                <a:spcPct val="115000"/>
              </a:lnSpc>
              <a:spcBef>
                <a:spcPts val="1800"/>
              </a:spcBef>
              <a:spcAft>
                <a:spcPts val="0"/>
              </a:spcAft>
              <a:buSzPts val="2700"/>
              <a:buAutoNum type="arabicPeriod"/>
              <a:defRPr sz="2700"/>
            </a:lvl4pPr>
            <a:lvl5pPr indent="-400050" lvl="4" marL="2286000" rtl="0">
              <a:lnSpc>
                <a:spcPct val="115000"/>
              </a:lnSpc>
              <a:spcBef>
                <a:spcPts val="1800"/>
              </a:spcBef>
              <a:spcAft>
                <a:spcPts val="0"/>
              </a:spcAft>
              <a:buSzPts val="2700"/>
              <a:buAutoNum type="alphaLcPeriod"/>
              <a:defRPr sz="2700"/>
            </a:lvl5pPr>
            <a:lvl6pPr indent="-400050" lvl="5" marL="2743200" rtl="0">
              <a:lnSpc>
                <a:spcPct val="115000"/>
              </a:lnSpc>
              <a:spcBef>
                <a:spcPts val="1800"/>
              </a:spcBef>
              <a:spcAft>
                <a:spcPts val="0"/>
              </a:spcAft>
              <a:buSzPts val="2700"/>
              <a:buAutoNum type="romanLcPeriod"/>
              <a:defRPr sz="2700"/>
            </a:lvl6pPr>
            <a:lvl7pPr indent="-400050" lvl="6" marL="3200400" rtl="0">
              <a:lnSpc>
                <a:spcPct val="115000"/>
              </a:lnSpc>
              <a:spcBef>
                <a:spcPts val="1800"/>
              </a:spcBef>
              <a:spcAft>
                <a:spcPts val="0"/>
              </a:spcAft>
              <a:buSzPts val="2700"/>
              <a:buAutoNum type="arabicPeriod"/>
              <a:defRPr sz="2700"/>
            </a:lvl7pPr>
            <a:lvl8pPr indent="-400050" lvl="7" marL="3657600" rtl="0">
              <a:lnSpc>
                <a:spcPct val="115000"/>
              </a:lnSpc>
              <a:spcBef>
                <a:spcPts val="1800"/>
              </a:spcBef>
              <a:spcAft>
                <a:spcPts val="0"/>
              </a:spcAft>
              <a:buSzPts val="2700"/>
              <a:buAutoNum type="alphaLcPeriod"/>
              <a:defRPr sz="2700"/>
            </a:lvl8pPr>
            <a:lvl9pPr indent="-400050" lvl="8" marL="4114800" rtl="0">
              <a:lnSpc>
                <a:spcPct val="115000"/>
              </a:lnSpc>
              <a:spcBef>
                <a:spcPts val="1800"/>
              </a:spcBef>
              <a:spcAft>
                <a:spcPts val="1800"/>
              </a:spcAft>
              <a:buSzPts val="2700"/>
              <a:buAutoNum type="romanLcPeriod"/>
              <a:defRPr sz="2700"/>
            </a:lvl9pPr>
          </a:lstStyle>
          <a:p/>
        </p:txBody>
      </p:sp>
      <p:sp>
        <p:nvSpPr>
          <p:cNvPr id="17" name="Google Shape;17;p3"/>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rtl="0">
              <a:spcBef>
                <a:spcPts val="0"/>
              </a:spcBef>
              <a:spcAft>
                <a:spcPts val="0"/>
              </a:spcAft>
              <a:buSzPts val="5600"/>
              <a:buNone/>
              <a:defRPr/>
            </a:lvl1pPr>
            <a:lvl2pPr lvl="1" rtl="0" algn="ctr">
              <a:spcBef>
                <a:spcPts val="0"/>
              </a:spcBef>
              <a:spcAft>
                <a:spcPts val="0"/>
              </a:spcAft>
              <a:buSzPts val="5600"/>
              <a:buNone/>
              <a:defRPr/>
            </a:lvl2pPr>
            <a:lvl3pPr lvl="2" rtl="0" algn="ctr">
              <a:spcBef>
                <a:spcPts val="0"/>
              </a:spcBef>
              <a:spcAft>
                <a:spcPts val="0"/>
              </a:spcAft>
              <a:buSzPts val="5600"/>
              <a:buNone/>
              <a:defRPr/>
            </a:lvl3pPr>
            <a:lvl4pPr lvl="3" rtl="0" algn="ctr">
              <a:spcBef>
                <a:spcPts val="0"/>
              </a:spcBef>
              <a:spcAft>
                <a:spcPts val="0"/>
              </a:spcAft>
              <a:buSzPts val="5600"/>
              <a:buNone/>
              <a:defRPr/>
            </a:lvl4pPr>
            <a:lvl5pPr lvl="4" rtl="0" algn="ctr">
              <a:spcBef>
                <a:spcPts val="0"/>
              </a:spcBef>
              <a:spcAft>
                <a:spcPts val="0"/>
              </a:spcAft>
              <a:buSzPts val="5600"/>
              <a:buNone/>
              <a:defRPr/>
            </a:lvl5pPr>
            <a:lvl6pPr lvl="5" rtl="0" algn="ctr">
              <a:spcBef>
                <a:spcPts val="0"/>
              </a:spcBef>
              <a:spcAft>
                <a:spcPts val="0"/>
              </a:spcAft>
              <a:buSzPts val="5600"/>
              <a:buNone/>
              <a:defRPr/>
            </a:lvl6pPr>
            <a:lvl7pPr lvl="6" rtl="0" algn="ctr">
              <a:spcBef>
                <a:spcPts val="0"/>
              </a:spcBef>
              <a:spcAft>
                <a:spcPts val="0"/>
              </a:spcAft>
              <a:buSzPts val="5600"/>
              <a:buNone/>
              <a:defRPr/>
            </a:lvl7pPr>
            <a:lvl8pPr lvl="7" rtl="0" algn="ctr">
              <a:spcBef>
                <a:spcPts val="0"/>
              </a:spcBef>
              <a:spcAft>
                <a:spcPts val="0"/>
              </a:spcAft>
              <a:buSzPts val="5600"/>
              <a:buNone/>
              <a:defRPr/>
            </a:lvl8pPr>
            <a:lvl9pPr lvl="8" rtl="0" algn="ctr">
              <a:spcBef>
                <a:spcPts val="0"/>
              </a:spcBef>
              <a:spcAft>
                <a:spcPts val="0"/>
              </a:spcAft>
              <a:buSzPts val="56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Schedule">
  <p:cSld name="SECTION_HEADER_2_2_1">
    <p:spTree>
      <p:nvGrpSpPr>
        <p:cNvPr id="18" name="Shape 18"/>
        <p:cNvGrpSpPr/>
        <p:nvPr/>
      </p:nvGrpSpPr>
      <p:grpSpPr>
        <a:xfrm>
          <a:off x="0" y="0"/>
          <a:ext cx="0" cy="0"/>
          <a:chOff x="0" y="0"/>
          <a:chExt cx="0" cy="0"/>
        </a:xfrm>
      </p:grpSpPr>
      <p:sp>
        <p:nvSpPr>
          <p:cNvPr id="19" name="Google Shape;19;p4"/>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rtl="0">
              <a:spcBef>
                <a:spcPts val="0"/>
              </a:spcBef>
              <a:spcAft>
                <a:spcPts val="0"/>
              </a:spcAft>
              <a:buSzPts val="5600"/>
              <a:buNone/>
              <a:defRPr/>
            </a:lvl1pPr>
            <a:lvl2pPr lvl="1" rtl="0" algn="ctr">
              <a:spcBef>
                <a:spcPts val="0"/>
              </a:spcBef>
              <a:spcAft>
                <a:spcPts val="0"/>
              </a:spcAft>
              <a:buSzPts val="5600"/>
              <a:buNone/>
              <a:defRPr/>
            </a:lvl2pPr>
            <a:lvl3pPr lvl="2" rtl="0" algn="ctr">
              <a:spcBef>
                <a:spcPts val="0"/>
              </a:spcBef>
              <a:spcAft>
                <a:spcPts val="0"/>
              </a:spcAft>
              <a:buSzPts val="5600"/>
              <a:buNone/>
              <a:defRPr/>
            </a:lvl3pPr>
            <a:lvl4pPr lvl="3" rtl="0" algn="ctr">
              <a:spcBef>
                <a:spcPts val="0"/>
              </a:spcBef>
              <a:spcAft>
                <a:spcPts val="0"/>
              </a:spcAft>
              <a:buSzPts val="5600"/>
              <a:buNone/>
              <a:defRPr/>
            </a:lvl4pPr>
            <a:lvl5pPr lvl="4" rtl="0" algn="ctr">
              <a:spcBef>
                <a:spcPts val="0"/>
              </a:spcBef>
              <a:spcAft>
                <a:spcPts val="0"/>
              </a:spcAft>
              <a:buSzPts val="5600"/>
              <a:buNone/>
              <a:defRPr/>
            </a:lvl5pPr>
            <a:lvl6pPr lvl="5" rtl="0" algn="ctr">
              <a:spcBef>
                <a:spcPts val="0"/>
              </a:spcBef>
              <a:spcAft>
                <a:spcPts val="0"/>
              </a:spcAft>
              <a:buSzPts val="5600"/>
              <a:buNone/>
              <a:defRPr/>
            </a:lvl6pPr>
            <a:lvl7pPr lvl="6" rtl="0" algn="ctr">
              <a:spcBef>
                <a:spcPts val="0"/>
              </a:spcBef>
              <a:spcAft>
                <a:spcPts val="0"/>
              </a:spcAft>
              <a:buSzPts val="5600"/>
              <a:buNone/>
              <a:defRPr/>
            </a:lvl7pPr>
            <a:lvl8pPr lvl="7" rtl="0" algn="ctr">
              <a:spcBef>
                <a:spcPts val="0"/>
              </a:spcBef>
              <a:spcAft>
                <a:spcPts val="0"/>
              </a:spcAft>
              <a:buSzPts val="5600"/>
              <a:buNone/>
              <a:defRPr/>
            </a:lvl8pPr>
            <a:lvl9pPr lvl="8" rtl="0" algn="ctr">
              <a:spcBef>
                <a:spcPts val="0"/>
              </a:spcBef>
              <a:spcAft>
                <a:spcPts val="0"/>
              </a:spcAft>
              <a:buSzPts val="5600"/>
              <a:buNone/>
              <a:defRPr/>
            </a:lvl9pPr>
          </a:lstStyle>
          <a:p/>
        </p:txBody>
      </p:sp>
      <p:sp>
        <p:nvSpPr>
          <p:cNvPr id="20" name="Google Shape;20;p4"/>
          <p:cNvSpPr txBox="1"/>
          <p:nvPr>
            <p:ph idx="1" type="subTitle"/>
          </p:nvPr>
        </p:nvSpPr>
        <p:spPr>
          <a:xfrm>
            <a:off x="8586216" y="2394239"/>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21" name="Google Shape;21;p4"/>
          <p:cNvSpPr txBox="1"/>
          <p:nvPr>
            <p:ph idx="2" type="subTitle"/>
          </p:nvPr>
        </p:nvSpPr>
        <p:spPr>
          <a:xfrm>
            <a:off x="13405104" y="2394240"/>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22" name="Google Shape;22;p4"/>
          <p:cNvSpPr txBox="1"/>
          <p:nvPr>
            <p:ph idx="3" type="subTitle"/>
          </p:nvPr>
        </p:nvSpPr>
        <p:spPr>
          <a:xfrm>
            <a:off x="8586216" y="202848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23" name="Google Shape;23;p4"/>
          <p:cNvSpPr txBox="1"/>
          <p:nvPr>
            <p:ph idx="4" type="subTitle"/>
          </p:nvPr>
        </p:nvSpPr>
        <p:spPr>
          <a:xfrm>
            <a:off x="13405104" y="202848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24" name="Google Shape;24;p4"/>
          <p:cNvSpPr txBox="1"/>
          <p:nvPr>
            <p:ph idx="5" type="subTitle"/>
          </p:nvPr>
        </p:nvSpPr>
        <p:spPr>
          <a:xfrm>
            <a:off x="8586216" y="4131608"/>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25" name="Google Shape;25;p4"/>
          <p:cNvSpPr txBox="1"/>
          <p:nvPr>
            <p:ph idx="6" type="subTitle"/>
          </p:nvPr>
        </p:nvSpPr>
        <p:spPr>
          <a:xfrm>
            <a:off x="13405104" y="4131607"/>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26" name="Google Shape;26;p4"/>
          <p:cNvSpPr txBox="1"/>
          <p:nvPr>
            <p:ph idx="7" type="subTitle"/>
          </p:nvPr>
        </p:nvSpPr>
        <p:spPr>
          <a:xfrm>
            <a:off x="8586216" y="376584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27" name="Google Shape;27;p4"/>
          <p:cNvSpPr txBox="1"/>
          <p:nvPr>
            <p:ph idx="8" type="subTitle"/>
          </p:nvPr>
        </p:nvSpPr>
        <p:spPr>
          <a:xfrm>
            <a:off x="13405104" y="376584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28" name="Google Shape;28;p4"/>
          <p:cNvSpPr txBox="1"/>
          <p:nvPr>
            <p:ph idx="9" type="subTitle"/>
          </p:nvPr>
        </p:nvSpPr>
        <p:spPr>
          <a:xfrm>
            <a:off x="8586216" y="5868962"/>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29" name="Google Shape;29;p4"/>
          <p:cNvSpPr txBox="1"/>
          <p:nvPr>
            <p:ph idx="13" type="subTitle"/>
          </p:nvPr>
        </p:nvSpPr>
        <p:spPr>
          <a:xfrm>
            <a:off x="13405104" y="5868962"/>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0" name="Google Shape;30;p4"/>
          <p:cNvSpPr txBox="1"/>
          <p:nvPr>
            <p:ph idx="14" type="subTitle"/>
          </p:nvPr>
        </p:nvSpPr>
        <p:spPr>
          <a:xfrm>
            <a:off x="8586216" y="550320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1" name="Google Shape;31;p4"/>
          <p:cNvSpPr txBox="1"/>
          <p:nvPr>
            <p:ph idx="15" type="subTitle"/>
          </p:nvPr>
        </p:nvSpPr>
        <p:spPr>
          <a:xfrm>
            <a:off x="13405104" y="550320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2" name="Google Shape;32;p4"/>
          <p:cNvSpPr txBox="1"/>
          <p:nvPr>
            <p:ph idx="16" type="subTitle"/>
          </p:nvPr>
        </p:nvSpPr>
        <p:spPr>
          <a:xfrm>
            <a:off x="8586216" y="7606330"/>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3" name="Google Shape;33;p4"/>
          <p:cNvSpPr txBox="1"/>
          <p:nvPr>
            <p:ph idx="17" type="subTitle"/>
          </p:nvPr>
        </p:nvSpPr>
        <p:spPr>
          <a:xfrm>
            <a:off x="13405104" y="7606330"/>
            <a:ext cx="4224600" cy="4572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4" name="Google Shape;34;p4"/>
          <p:cNvSpPr txBox="1"/>
          <p:nvPr>
            <p:ph idx="18" type="subTitle"/>
          </p:nvPr>
        </p:nvSpPr>
        <p:spPr>
          <a:xfrm>
            <a:off x="8586216" y="724056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5" name="Google Shape;35;p4"/>
          <p:cNvSpPr txBox="1"/>
          <p:nvPr>
            <p:ph idx="19" type="subTitle"/>
          </p:nvPr>
        </p:nvSpPr>
        <p:spPr>
          <a:xfrm>
            <a:off x="13405104" y="724056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6" name="Google Shape;36;p4"/>
          <p:cNvSpPr txBox="1"/>
          <p:nvPr>
            <p:ph idx="20" type="subTitle"/>
          </p:nvPr>
        </p:nvSpPr>
        <p:spPr>
          <a:xfrm>
            <a:off x="8586216" y="285144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7" name="Google Shape;37;p4"/>
          <p:cNvSpPr txBox="1"/>
          <p:nvPr>
            <p:ph idx="21" type="subTitle"/>
          </p:nvPr>
        </p:nvSpPr>
        <p:spPr>
          <a:xfrm>
            <a:off x="13405104" y="285144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8" name="Google Shape;38;p4"/>
          <p:cNvSpPr txBox="1"/>
          <p:nvPr>
            <p:ph idx="22" type="subTitle"/>
          </p:nvPr>
        </p:nvSpPr>
        <p:spPr>
          <a:xfrm>
            <a:off x="8586216" y="458880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9" name="Google Shape;39;p4"/>
          <p:cNvSpPr txBox="1"/>
          <p:nvPr>
            <p:ph idx="23" type="subTitle"/>
          </p:nvPr>
        </p:nvSpPr>
        <p:spPr>
          <a:xfrm>
            <a:off x="13405104" y="458880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 name="Google Shape;40;p4"/>
          <p:cNvSpPr txBox="1"/>
          <p:nvPr>
            <p:ph idx="24" type="subTitle"/>
          </p:nvPr>
        </p:nvSpPr>
        <p:spPr>
          <a:xfrm>
            <a:off x="8586216" y="632616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1" name="Google Shape;41;p4"/>
          <p:cNvSpPr txBox="1"/>
          <p:nvPr>
            <p:ph idx="25" type="subTitle"/>
          </p:nvPr>
        </p:nvSpPr>
        <p:spPr>
          <a:xfrm>
            <a:off x="13405104" y="632616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2" name="Google Shape;42;p4"/>
          <p:cNvSpPr txBox="1"/>
          <p:nvPr>
            <p:ph idx="26" type="subTitle"/>
          </p:nvPr>
        </p:nvSpPr>
        <p:spPr>
          <a:xfrm>
            <a:off x="8586216" y="806352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3" name="Google Shape;43;p4"/>
          <p:cNvSpPr txBox="1"/>
          <p:nvPr>
            <p:ph idx="27" type="subTitle"/>
          </p:nvPr>
        </p:nvSpPr>
        <p:spPr>
          <a:xfrm>
            <a:off x="13405104" y="806352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Mission">
  <p:cSld name="SECTION_HEADER_2_1_2_1">
    <p:spTree>
      <p:nvGrpSpPr>
        <p:cNvPr id="44" name="Shape 44"/>
        <p:cNvGrpSpPr/>
        <p:nvPr/>
      </p:nvGrpSpPr>
      <p:grpSpPr>
        <a:xfrm>
          <a:off x="0" y="0"/>
          <a:ext cx="0" cy="0"/>
          <a:chOff x="0" y="0"/>
          <a:chExt cx="0" cy="0"/>
        </a:xfrm>
      </p:grpSpPr>
      <p:sp>
        <p:nvSpPr>
          <p:cNvPr id="45" name="Google Shape;45;p5"/>
          <p:cNvSpPr txBox="1"/>
          <p:nvPr>
            <p:ph type="title"/>
          </p:nvPr>
        </p:nvSpPr>
        <p:spPr>
          <a:xfrm>
            <a:off x="1527048" y="3822192"/>
            <a:ext cx="13377600" cy="4114800"/>
          </a:xfrm>
          <a:prstGeom prst="rect">
            <a:avLst/>
          </a:prstGeom>
        </p:spPr>
        <p:txBody>
          <a:bodyPr anchorCtr="0" anchor="t" bIns="0" lIns="0" spcFirstLastPara="1" rIns="0" wrap="square" tIns="0">
            <a:noAutofit/>
          </a:bodyPr>
          <a:lstStyle>
            <a:lvl1pPr lvl="0" rtl="0">
              <a:lnSpc>
                <a:spcPct val="125000"/>
              </a:lnSpc>
              <a:spcBef>
                <a:spcPts val="0"/>
              </a:spcBef>
              <a:spcAft>
                <a:spcPts val="0"/>
              </a:spcAft>
              <a:buSzPts val="3600"/>
              <a:buNone/>
              <a:defRPr sz="3600"/>
            </a:lvl1pPr>
            <a:lvl2pPr lvl="1" rtl="0" algn="ctr">
              <a:lnSpc>
                <a:spcPct val="125000"/>
              </a:lnSpc>
              <a:spcBef>
                <a:spcPts val="0"/>
              </a:spcBef>
              <a:spcAft>
                <a:spcPts val="0"/>
              </a:spcAft>
              <a:buSzPts val="3600"/>
              <a:buNone/>
              <a:defRPr sz="3600"/>
            </a:lvl2pPr>
            <a:lvl3pPr lvl="2" rtl="0" algn="ctr">
              <a:lnSpc>
                <a:spcPct val="125000"/>
              </a:lnSpc>
              <a:spcBef>
                <a:spcPts val="0"/>
              </a:spcBef>
              <a:spcAft>
                <a:spcPts val="0"/>
              </a:spcAft>
              <a:buSzPts val="3600"/>
              <a:buNone/>
              <a:defRPr sz="3600"/>
            </a:lvl3pPr>
            <a:lvl4pPr lvl="3" rtl="0" algn="ctr">
              <a:lnSpc>
                <a:spcPct val="125000"/>
              </a:lnSpc>
              <a:spcBef>
                <a:spcPts val="0"/>
              </a:spcBef>
              <a:spcAft>
                <a:spcPts val="0"/>
              </a:spcAft>
              <a:buSzPts val="3600"/>
              <a:buNone/>
              <a:defRPr sz="3600"/>
            </a:lvl4pPr>
            <a:lvl5pPr lvl="4" rtl="0" algn="ctr">
              <a:lnSpc>
                <a:spcPct val="125000"/>
              </a:lnSpc>
              <a:spcBef>
                <a:spcPts val="0"/>
              </a:spcBef>
              <a:spcAft>
                <a:spcPts val="0"/>
              </a:spcAft>
              <a:buSzPts val="3600"/>
              <a:buNone/>
              <a:defRPr sz="3600"/>
            </a:lvl5pPr>
            <a:lvl6pPr lvl="5" rtl="0" algn="ctr">
              <a:lnSpc>
                <a:spcPct val="125000"/>
              </a:lnSpc>
              <a:spcBef>
                <a:spcPts val="0"/>
              </a:spcBef>
              <a:spcAft>
                <a:spcPts val="0"/>
              </a:spcAft>
              <a:buSzPts val="3600"/>
              <a:buNone/>
              <a:defRPr sz="3600"/>
            </a:lvl6pPr>
            <a:lvl7pPr lvl="6" rtl="0" algn="ctr">
              <a:lnSpc>
                <a:spcPct val="125000"/>
              </a:lnSpc>
              <a:spcBef>
                <a:spcPts val="0"/>
              </a:spcBef>
              <a:spcAft>
                <a:spcPts val="0"/>
              </a:spcAft>
              <a:buSzPts val="3600"/>
              <a:buNone/>
              <a:defRPr sz="3600"/>
            </a:lvl7pPr>
            <a:lvl8pPr lvl="7" rtl="0" algn="ctr">
              <a:lnSpc>
                <a:spcPct val="125000"/>
              </a:lnSpc>
              <a:spcBef>
                <a:spcPts val="0"/>
              </a:spcBef>
              <a:spcAft>
                <a:spcPts val="0"/>
              </a:spcAft>
              <a:buSzPts val="3600"/>
              <a:buNone/>
              <a:defRPr sz="3600"/>
            </a:lvl8pPr>
            <a:lvl9pPr lvl="8" rtl="0" algn="ctr">
              <a:lnSpc>
                <a:spcPct val="125000"/>
              </a:lnSpc>
              <a:spcBef>
                <a:spcPts val="0"/>
              </a:spcBef>
              <a:spcAft>
                <a:spcPts val="0"/>
              </a:spcAft>
              <a:buSzPts val="3600"/>
              <a:buNone/>
              <a:defRPr sz="3600"/>
            </a:lvl9pPr>
          </a:lstStyle>
          <a:p/>
        </p:txBody>
      </p:sp>
      <p:sp>
        <p:nvSpPr>
          <p:cNvPr id="46" name="Google Shape;46;p5"/>
          <p:cNvSpPr txBox="1"/>
          <p:nvPr>
            <p:ph idx="1" type="subTitle"/>
          </p:nvPr>
        </p:nvSpPr>
        <p:spPr>
          <a:xfrm>
            <a:off x="1527048" y="2999232"/>
            <a:ext cx="133776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lvl1pPr>
            <a:lvl2pPr lvl="1" rtl="0">
              <a:lnSpc>
                <a:spcPct val="125000"/>
              </a:lnSpc>
              <a:spcBef>
                <a:spcPts val="0"/>
              </a:spcBef>
              <a:spcAft>
                <a:spcPts val="0"/>
              </a:spcAft>
              <a:buNone/>
              <a:defRPr sz="1800"/>
            </a:lvl2pPr>
            <a:lvl3pPr lvl="2" rtl="0">
              <a:lnSpc>
                <a:spcPct val="125000"/>
              </a:lnSpc>
              <a:spcBef>
                <a:spcPts val="0"/>
              </a:spcBef>
              <a:spcAft>
                <a:spcPts val="0"/>
              </a:spcAft>
              <a:buNone/>
              <a:defRPr sz="1800"/>
            </a:lvl3pPr>
            <a:lvl4pPr lvl="3" rtl="0">
              <a:lnSpc>
                <a:spcPct val="125000"/>
              </a:lnSpc>
              <a:spcBef>
                <a:spcPts val="0"/>
              </a:spcBef>
              <a:spcAft>
                <a:spcPts val="0"/>
              </a:spcAft>
              <a:buNone/>
              <a:defRPr sz="1800"/>
            </a:lvl4pPr>
            <a:lvl5pPr lvl="4" rtl="0">
              <a:lnSpc>
                <a:spcPct val="125000"/>
              </a:lnSpc>
              <a:spcBef>
                <a:spcPts val="0"/>
              </a:spcBef>
              <a:spcAft>
                <a:spcPts val="0"/>
              </a:spcAft>
              <a:buNone/>
              <a:defRPr sz="1800"/>
            </a:lvl5pPr>
            <a:lvl6pPr lvl="5" rtl="0">
              <a:lnSpc>
                <a:spcPct val="125000"/>
              </a:lnSpc>
              <a:spcBef>
                <a:spcPts val="0"/>
              </a:spcBef>
              <a:spcAft>
                <a:spcPts val="0"/>
              </a:spcAft>
              <a:buNone/>
              <a:defRPr sz="1800"/>
            </a:lvl6pPr>
            <a:lvl7pPr lvl="6" rtl="0">
              <a:lnSpc>
                <a:spcPct val="125000"/>
              </a:lnSpc>
              <a:spcBef>
                <a:spcPts val="0"/>
              </a:spcBef>
              <a:spcAft>
                <a:spcPts val="0"/>
              </a:spcAft>
              <a:buNone/>
              <a:defRPr sz="1800"/>
            </a:lvl7pPr>
            <a:lvl8pPr lvl="7" rtl="0">
              <a:lnSpc>
                <a:spcPct val="125000"/>
              </a:lnSpc>
              <a:spcBef>
                <a:spcPts val="0"/>
              </a:spcBef>
              <a:spcAft>
                <a:spcPts val="0"/>
              </a:spcAft>
              <a:buNone/>
              <a:defRPr sz="1800"/>
            </a:lvl8pPr>
            <a:lvl9pPr lvl="8" rtl="0">
              <a:lnSpc>
                <a:spcPct val="125000"/>
              </a:lnSpc>
              <a:spcBef>
                <a:spcPts val="0"/>
              </a:spcBef>
              <a:spcAft>
                <a:spcPts val="0"/>
              </a:spcAft>
              <a:buNone/>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_Quote">
  <p:cSld name="SECTION_HEADER_2_1_2_2">
    <p:spTree>
      <p:nvGrpSpPr>
        <p:cNvPr id="47" name="Shape 47"/>
        <p:cNvGrpSpPr/>
        <p:nvPr/>
      </p:nvGrpSpPr>
      <p:grpSpPr>
        <a:xfrm>
          <a:off x="0" y="0"/>
          <a:ext cx="0" cy="0"/>
          <a:chOff x="0" y="0"/>
          <a:chExt cx="0" cy="0"/>
        </a:xfrm>
      </p:grpSpPr>
      <p:sp>
        <p:nvSpPr>
          <p:cNvPr id="48" name="Google Shape;48;p6"/>
          <p:cNvSpPr txBox="1"/>
          <p:nvPr>
            <p:ph type="title"/>
          </p:nvPr>
        </p:nvSpPr>
        <p:spPr>
          <a:xfrm>
            <a:off x="1527048" y="2788920"/>
            <a:ext cx="13377600" cy="4114800"/>
          </a:xfrm>
          <a:prstGeom prst="rect">
            <a:avLst/>
          </a:prstGeom>
        </p:spPr>
        <p:txBody>
          <a:bodyPr anchorCtr="0" anchor="b" bIns="0" lIns="0" spcFirstLastPara="1" rIns="0" wrap="square" tIns="0">
            <a:noAutofit/>
          </a:bodyPr>
          <a:lstStyle>
            <a:lvl1pPr lvl="0" rtl="0">
              <a:lnSpc>
                <a:spcPct val="125000"/>
              </a:lnSpc>
              <a:spcBef>
                <a:spcPts val="0"/>
              </a:spcBef>
              <a:spcAft>
                <a:spcPts val="0"/>
              </a:spcAft>
              <a:buSzPts val="3600"/>
              <a:buNone/>
              <a:defRPr sz="3600"/>
            </a:lvl1pPr>
            <a:lvl2pPr lvl="1" rtl="0" algn="ctr">
              <a:lnSpc>
                <a:spcPct val="125000"/>
              </a:lnSpc>
              <a:spcBef>
                <a:spcPts val="0"/>
              </a:spcBef>
              <a:spcAft>
                <a:spcPts val="0"/>
              </a:spcAft>
              <a:buSzPts val="3600"/>
              <a:buNone/>
              <a:defRPr sz="3600"/>
            </a:lvl2pPr>
            <a:lvl3pPr lvl="2" rtl="0" algn="ctr">
              <a:lnSpc>
                <a:spcPct val="125000"/>
              </a:lnSpc>
              <a:spcBef>
                <a:spcPts val="0"/>
              </a:spcBef>
              <a:spcAft>
                <a:spcPts val="0"/>
              </a:spcAft>
              <a:buSzPts val="3600"/>
              <a:buNone/>
              <a:defRPr sz="3600"/>
            </a:lvl3pPr>
            <a:lvl4pPr lvl="3" rtl="0" algn="ctr">
              <a:lnSpc>
                <a:spcPct val="125000"/>
              </a:lnSpc>
              <a:spcBef>
                <a:spcPts val="0"/>
              </a:spcBef>
              <a:spcAft>
                <a:spcPts val="0"/>
              </a:spcAft>
              <a:buSzPts val="3600"/>
              <a:buNone/>
              <a:defRPr sz="3600"/>
            </a:lvl4pPr>
            <a:lvl5pPr lvl="4" rtl="0" algn="ctr">
              <a:lnSpc>
                <a:spcPct val="125000"/>
              </a:lnSpc>
              <a:spcBef>
                <a:spcPts val="0"/>
              </a:spcBef>
              <a:spcAft>
                <a:spcPts val="0"/>
              </a:spcAft>
              <a:buSzPts val="3600"/>
              <a:buNone/>
              <a:defRPr sz="3600"/>
            </a:lvl5pPr>
            <a:lvl6pPr lvl="5" rtl="0" algn="ctr">
              <a:lnSpc>
                <a:spcPct val="125000"/>
              </a:lnSpc>
              <a:spcBef>
                <a:spcPts val="0"/>
              </a:spcBef>
              <a:spcAft>
                <a:spcPts val="0"/>
              </a:spcAft>
              <a:buSzPts val="3600"/>
              <a:buNone/>
              <a:defRPr sz="3600"/>
            </a:lvl6pPr>
            <a:lvl7pPr lvl="6" rtl="0" algn="ctr">
              <a:lnSpc>
                <a:spcPct val="125000"/>
              </a:lnSpc>
              <a:spcBef>
                <a:spcPts val="0"/>
              </a:spcBef>
              <a:spcAft>
                <a:spcPts val="0"/>
              </a:spcAft>
              <a:buSzPts val="3600"/>
              <a:buNone/>
              <a:defRPr sz="3600"/>
            </a:lvl7pPr>
            <a:lvl8pPr lvl="7" rtl="0" algn="ctr">
              <a:lnSpc>
                <a:spcPct val="125000"/>
              </a:lnSpc>
              <a:spcBef>
                <a:spcPts val="0"/>
              </a:spcBef>
              <a:spcAft>
                <a:spcPts val="0"/>
              </a:spcAft>
              <a:buSzPts val="3600"/>
              <a:buNone/>
              <a:defRPr sz="3600"/>
            </a:lvl8pPr>
            <a:lvl9pPr lvl="8" rtl="0" algn="ctr">
              <a:lnSpc>
                <a:spcPct val="125000"/>
              </a:lnSpc>
              <a:spcBef>
                <a:spcPts val="0"/>
              </a:spcBef>
              <a:spcAft>
                <a:spcPts val="0"/>
              </a:spcAft>
              <a:buSzPts val="3600"/>
              <a:buNone/>
              <a:defRPr sz="3600"/>
            </a:lvl9pPr>
          </a:lstStyle>
          <a:p/>
        </p:txBody>
      </p:sp>
      <p:sp>
        <p:nvSpPr>
          <p:cNvPr id="49" name="Google Shape;49;p6"/>
          <p:cNvSpPr txBox="1"/>
          <p:nvPr>
            <p:ph idx="1" type="subTitle"/>
          </p:nvPr>
        </p:nvSpPr>
        <p:spPr>
          <a:xfrm>
            <a:off x="1527048" y="7543800"/>
            <a:ext cx="133776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lvl1pPr>
            <a:lvl2pPr lvl="1" rtl="0">
              <a:lnSpc>
                <a:spcPct val="125000"/>
              </a:lnSpc>
              <a:spcBef>
                <a:spcPts val="0"/>
              </a:spcBef>
              <a:spcAft>
                <a:spcPts val="0"/>
              </a:spcAft>
              <a:buNone/>
              <a:defRPr sz="1800"/>
            </a:lvl2pPr>
            <a:lvl3pPr lvl="2" rtl="0">
              <a:lnSpc>
                <a:spcPct val="125000"/>
              </a:lnSpc>
              <a:spcBef>
                <a:spcPts val="0"/>
              </a:spcBef>
              <a:spcAft>
                <a:spcPts val="0"/>
              </a:spcAft>
              <a:buNone/>
              <a:defRPr sz="1800"/>
            </a:lvl3pPr>
            <a:lvl4pPr lvl="3" rtl="0">
              <a:lnSpc>
                <a:spcPct val="125000"/>
              </a:lnSpc>
              <a:spcBef>
                <a:spcPts val="0"/>
              </a:spcBef>
              <a:spcAft>
                <a:spcPts val="0"/>
              </a:spcAft>
              <a:buNone/>
              <a:defRPr sz="1800"/>
            </a:lvl4pPr>
            <a:lvl5pPr lvl="4" rtl="0">
              <a:lnSpc>
                <a:spcPct val="125000"/>
              </a:lnSpc>
              <a:spcBef>
                <a:spcPts val="0"/>
              </a:spcBef>
              <a:spcAft>
                <a:spcPts val="0"/>
              </a:spcAft>
              <a:buNone/>
              <a:defRPr sz="1800"/>
            </a:lvl5pPr>
            <a:lvl6pPr lvl="5" rtl="0">
              <a:lnSpc>
                <a:spcPct val="125000"/>
              </a:lnSpc>
              <a:spcBef>
                <a:spcPts val="0"/>
              </a:spcBef>
              <a:spcAft>
                <a:spcPts val="0"/>
              </a:spcAft>
              <a:buNone/>
              <a:defRPr sz="1800"/>
            </a:lvl6pPr>
            <a:lvl7pPr lvl="6" rtl="0">
              <a:lnSpc>
                <a:spcPct val="125000"/>
              </a:lnSpc>
              <a:spcBef>
                <a:spcPts val="0"/>
              </a:spcBef>
              <a:spcAft>
                <a:spcPts val="0"/>
              </a:spcAft>
              <a:buNone/>
              <a:defRPr sz="1800"/>
            </a:lvl7pPr>
            <a:lvl8pPr lvl="7" rtl="0">
              <a:lnSpc>
                <a:spcPct val="125000"/>
              </a:lnSpc>
              <a:spcBef>
                <a:spcPts val="0"/>
              </a:spcBef>
              <a:spcAft>
                <a:spcPts val="0"/>
              </a:spcAft>
              <a:buNone/>
              <a:defRPr sz="1800"/>
            </a:lvl8pPr>
            <a:lvl9pPr lvl="8" rtl="0">
              <a:lnSpc>
                <a:spcPct val="125000"/>
              </a:lnSpc>
              <a:spcBef>
                <a:spcPts val="0"/>
              </a:spcBef>
              <a:spcAft>
                <a:spcPts val="0"/>
              </a:spcAft>
              <a:buNone/>
              <a:defRPr sz="18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2_Section">
  <p:cSld name="SECTION_HEADER_2_3">
    <p:spTree>
      <p:nvGrpSpPr>
        <p:cNvPr id="50" name="Shape 50"/>
        <p:cNvGrpSpPr/>
        <p:nvPr/>
      </p:nvGrpSpPr>
      <p:grpSpPr>
        <a:xfrm>
          <a:off x="0" y="0"/>
          <a:ext cx="0" cy="0"/>
          <a:chOff x="0" y="0"/>
          <a:chExt cx="0" cy="0"/>
        </a:xfrm>
      </p:grpSpPr>
      <p:sp>
        <p:nvSpPr>
          <p:cNvPr id="51" name="Google Shape;51;p7"/>
          <p:cNvSpPr txBox="1"/>
          <p:nvPr>
            <p:ph type="ctrTitle"/>
          </p:nvPr>
        </p:nvSpPr>
        <p:spPr>
          <a:xfrm>
            <a:off x="1527048" y="4207788"/>
            <a:ext cx="11964900" cy="1719000"/>
          </a:xfrm>
          <a:prstGeom prst="rect">
            <a:avLst/>
          </a:prstGeom>
        </p:spPr>
        <p:txBody>
          <a:bodyPr anchorCtr="0" anchor="ctr"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_Text">
  <p:cSld name="TITLE_AND_BODY_1">
    <p:spTree>
      <p:nvGrpSpPr>
        <p:cNvPr id="52" name="Shape 52"/>
        <p:cNvGrpSpPr/>
        <p:nvPr/>
      </p:nvGrpSpPr>
      <p:grpSpPr>
        <a:xfrm>
          <a:off x="0" y="0"/>
          <a:ext cx="0" cy="0"/>
          <a:chOff x="0" y="0"/>
          <a:chExt cx="0" cy="0"/>
        </a:xfrm>
      </p:grpSpPr>
      <p:sp>
        <p:nvSpPr>
          <p:cNvPr id="53" name="Google Shape;53;p8"/>
          <p:cNvSpPr txBox="1"/>
          <p:nvPr>
            <p:ph type="title"/>
          </p:nvPr>
        </p:nvSpPr>
        <p:spPr>
          <a:xfrm>
            <a:off x="1527048" y="2532888"/>
            <a:ext cx="14785800" cy="850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54" name="Google Shape;54;p8"/>
          <p:cNvSpPr txBox="1"/>
          <p:nvPr>
            <p:ph idx="1" type="body"/>
          </p:nvPr>
        </p:nvSpPr>
        <p:spPr>
          <a:xfrm>
            <a:off x="1527048" y="4014216"/>
            <a:ext cx="147858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55" name="Google Shape;55;p8"/>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b="0" sz="1800">
                <a:latin typeface="Optimistic Medium"/>
                <a:ea typeface="Optimistic Medium"/>
                <a:cs typeface="Optimistic Medium"/>
                <a:sym typeface="Optimistic Medium"/>
              </a:defRPr>
            </a:lvl2pPr>
            <a:lvl3pPr lvl="2" rtl="0">
              <a:lnSpc>
                <a:spcPct val="120000"/>
              </a:lnSpc>
              <a:spcBef>
                <a:spcPts val="0"/>
              </a:spcBef>
              <a:spcAft>
                <a:spcPts val="0"/>
              </a:spcAft>
              <a:buNone/>
              <a:defRPr b="0" sz="1800">
                <a:latin typeface="Optimistic Medium"/>
                <a:ea typeface="Optimistic Medium"/>
                <a:cs typeface="Optimistic Medium"/>
                <a:sym typeface="Optimistic Medium"/>
              </a:defRPr>
            </a:lvl3pPr>
            <a:lvl4pPr lvl="3" rtl="0">
              <a:lnSpc>
                <a:spcPct val="120000"/>
              </a:lnSpc>
              <a:spcBef>
                <a:spcPts val="0"/>
              </a:spcBef>
              <a:spcAft>
                <a:spcPts val="0"/>
              </a:spcAft>
              <a:buNone/>
              <a:defRPr b="0" sz="1800">
                <a:latin typeface="Optimistic Medium"/>
                <a:ea typeface="Optimistic Medium"/>
                <a:cs typeface="Optimistic Medium"/>
                <a:sym typeface="Optimistic Medium"/>
              </a:defRPr>
            </a:lvl4pPr>
            <a:lvl5pPr lvl="4" rtl="0">
              <a:lnSpc>
                <a:spcPct val="120000"/>
              </a:lnSpc>
              <a:spcBef>
                <a:spcPts val="0"/>
              </a:spcBef>
              <a:spcAft>
                <a:spcPts val="0"/>
              </a:spcAft>
              <a:buNone/>
              <a:defRPr b="0" sz="1800">
                <a:latin typeface="Optimistic Medium"/>
                <a:ea typeface="Optimistic Medium"/>
                <a:cs typeface="Optimistic Medium"/>
                <a:sym typeface="Optimistic Medium"/>
              </a:defRPr>
            </a:lvl5pPr>
            <a:lvl6pPr lvl="5" rtl="0">
              <a:lnSpc>
                <a:spcPct val="120000"/>
              </a:lnSpc>
              <a:spcBef>
                <a:spcPts val="0"/>
              </a:spcBef>
              <a:spcAft>
                <a:spcPts val="0"/>
              </a:spcAft>
              <a:buNone/>
              <a:defRPr b="0" sz="1800">
                <a:latin typeface="Optimistic Medium"/>
                <a:ea typeface="Optimistic Medium"/>
                <a:cs typeface="Optimistic Medium"/>
                <a:sym typeface="Optimistic Medium"/>
              </a:defRPr>
            </a:lvl6pPr>
            <a:lvl7pPr lvl="6" rtl="0">
              <a:lnSpc>
                <a:spcPct val="120000"/>
              </a:lnSpc>
              <a:spcBef>
                <a:spcPts val="0"/>
              </a:spcBef>
              <a:spcAft>
                <a:spcPts val="0"/>
              </a:spcAft>
              <a:buNone/>
              <a:defRPr b="0" sz="1800">
                <a:latin typeface="Optimistic Medium"/>
                <a:ea typeface="Optimistic Medium"/>
                <a:cs typeface="Optimistic Medium"/>
                <a:sym typeface="Optimistic Medium"/>
              </a:defRPr>
            </a:lvl7pPr>
            <a:lvl8pPr lvl="7" rtl="0">
              <a:lnSpc>
                <a:spcPct val="120000"/>
              </a:lnSpc>
              <a:spcBef>
                <a:spcPts val="0"/>
              </a:spcBef>
              <a:spcAft>
                <a:spcPts val="0"/>
              </a:spcAft>
              <a:buNone/>
              <a:defRPr b="0" sz="1800">
                <a:latin typeface="Optimistic Medium"/>
                <a:ea typeface="Optimistic Medium"/>
                <a:cs typeface="Optimistic Medium"/>
                <a:sym typeface="Optimistic Medium"/>
              </a:defRPr>
            </a:lvl8pPr>
            <a:lvl9pPr lvl="8" rtl="0">
              <a:lnSpc>
                <a:spcPct val="120000"/>
              </a:lnSpc>
              <a:spcBef>
                <a:spcPts val="0"/>
              </a:spcBef>
              <a:spcAft>
                <a:spcPts val="0"/>
              </a:spcAft>
              <a:buNone/>
              <a:defRPr b="0" sz="1800">
                <a:latin typeface="Optimistic Medium"/>
                <a:ea typeface="Optimistic Medium"/>
                <a:cs typeface="Optimistic Medium"/>
                <a:sym typeface="Optimistic Medium"/>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1_Text (Two-Thirds)">
  <p:cSld name="TITLE_AND_BODY_1_1">
    <p:spTree>
      <p:nvGrpSpPr>
        <p:cNvPr id="56" name="Shape 56"/>
        <p:cNvGrpSpPr/>
        <p:nvPr/>
      </p:nvGrpSpPr>
      <p:grpSpPr>
        <a:xfrm>
          <a:off x="0" y="0"/>
          <a:ext cx="0" cy="0"/>
          <a:chOff x="0" y="0"/>
          <a:chExt cx="0" cy="0"/>
        </a:xfrm>
      </p:grpSpPr>
      <p:sp>
        <p:nvSpPr>
          <p:cNvPr id="57" name="Google Shape;57;p9"/>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b="0" sz="1800">
                <a:latin typeface="Optimistic Medium"/>
                <a:ea typeface="Optimistic Medium"/>
                <a:cs typeface="Optimistic Medium"/>
                <a:sym typeface="Optimistic Medium"/>
              </a:defRPr>
            </a:lvl2pPr>
            <a:lvl3pPr lvl="2" rtl="0">
              <a:lnSpc>
                <a:spcPct val="120000"/>
              </a:lnSpc>
              <a:spcBef>
                <a:spcPts val="0"/>
              </a:spcBef>
              <a:spcAft>
                <a:spcPts val="0"/>
              </a:spcAft>
              <a:buNone/>
              <a:defRPr b="0" sz="1800">
                <a:latin typeface="Optimistic Medium"/>
                <a:ea typeface="Optimistic Medium"/>
                <a:cs typeface="Optimistic Medium"/>
                <a:sym typeface="Optimistic Medium"/>
              </a:defRPr>
            </a:lvl3pPr>
            <a:lvl4pPr lvl="3" rtl="0">
              <a:lnSpc>
                <a:spcPct val="120000"/>
              </a:lnSpc>
              <a:spcBef>
                <a:spcPts val="0"/>
              </a:spcBef>
              <a:spcAft>
                <a:spcPts val="0"/>
              </a:spcAft>
              <a:buNone/>
              <a:defRPr b="0" sz="1800">
                <a:latin typeface="Optimistic Medium"/>
                <a:ea typeface="Optimistic Medium"/>
                <a:cs typeface="Optimistic Medium"/>
                <a:sym typeface="Optimistic Medium"/>
              </a:defRPr>
            </a:lvl4pPr>
            <a:lvl5pPr lvl="4" rtl="0">
              <a:lnSpc>
                <a:spcPct val="120000"/>
              </a:lnSpc>
              <a:spcBef>
                <a:spcPts val="0"/>
              </a:spcBef>
              <a:spcAft>
                <a:spcPts val="0"/>
              </a:spcAft>
              <a:buNone/>
              <a:defRPr b="0" sz="1800">
                <a:latin typeface="Optimistic Medium"/>
                <a:ea typeface="Optimistic Medium"/>
                <a:cs typeface="Optimistic Medium"/>
                <a:sym typeface="Optimistic Medium"/>
              </a:defRPr>
            </a:lvl5pPr>
            <a:lvl6pPr lvl="5" rtl="0">
              <a:lnSpc>
                <a:spcPct val="120000"/>
              </a:lnSpc>
              <a:spcBef>
                <a:spcPts val="0"/>
              </a:spcBef>
              <a:spcAft>
                <a:spcPts val="0"/>
              </a:spcAft>
              <a:buNone/>
              <a:defRPr b="0" sz="1800">
                <a:latin typeface="Optimistic Medium"/>
                <a:ea typeface="Optimistic Medium"/>
                <a:cs typeface="Optimistic Medium"/>
                <a:sym typeface="Optimistic Medium"/>
              </a:defRPr>
            </a:lvl6pPr>
            <a:lvl7pPr lvl="6" rtl="0">
              <a:lnSpc>
                <a:spcPct val="120000"/>
              </a:lnSpc>
              <a:spcBef>
                <a:spcPts val="0"/>
              </a:spcBef>
              <a:spcAft>
                <a:spcPts val="0"/>
              </a:spcAft>
              <a:buNone/>
              <a:defRPr b="0" sz="1800">
                <a:latin typeface="Optimistic Medium"/>
                <a:ea typeface="Optimistic Medium"/>
                <a:cs typeface="Optimistic Medium"/>
                <a:sym typeface="Optimistic Medium"/>
              </a:defRPr>
            </a:lvl7pPr>
            <a:lvl8pPr lvl="7" rtl="0">
              <a:lnSpc>
                <a:spcPct val="120000"/>
              </a:lnSpc>
              <a:spcBef>
                <a:spcPts val="0"/>
              </a:spcBef>
              <a:spcAft>
                <a:spcPts val="0"/>
              </a:spcAft>
              <a:buNone/>
              <a:defRPr b="0" sz="1800">
                <a:latin typeface="Optimistic Medium"/>
                <a:ea typeface="Optimistic Medium"/>
                <a:cs typeface="Optimistic Medium"/>
                <a:sym typeface="Optimistic Medium"/>
              </a:defRPr>
            </a:lvl8pPr>
            <a:lvl9pPr lvl="8" rtl="0">
              <a:lnSpc>
                <a:spcPct val="120000"/>
              </a:lnSpc>
              <a:spcBef>
                <a:spcPts val="0"/>
              </a:spcBef>
              <a:spcAft>
                <a:spcPts val="0"/>
              </a:spcAft>
              <a:buNone/>
              <a:defRPr b="0" sz="1800">
                <a:latin typeface="Optimistic Medium"/>
                <a:ea typeface="Optimistic Medium"/>
                <a:cs typeface="Optimistic Medium"/>
                <a:sym typeface="Optimistic Medium"/>
              </a:defRPr>
            </a:lvl9pPr>
          </a:lstStyle>
          <a:p/>
        </p:txBody>
      </p:sp>
      <p:sp>
        <p:nvSpPr>
          <p:cNvPr id="58" name="Google Shape;58;p9"/>
          <p:cNvSpPr txBox="1"/>
          <p:nvPr>
            <p:ph type="title"/>
          </p:nvPr>
        </p:nvSpPr>
        <p:spPr>
          <a:xfrm>
            <a:off x="1527048" y="2532888"/>
            <a:ext cx="8905800" cy="17100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59" name="Google Shape;59;p9"/>
          <p:cNvSpPr txBox="1"/>
          <p:nvPr>
            <p:ph idx="2" type="body"/>
          </p:nvPr>
        </p:nvSpPr>
        <p:spPr>
          <a:xfrm>
            <a:off x="1527048" y="4864603"/>
            <a:ext cx="89058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4_Text (Half)">
  <p:cSld name="TITLE_AND_BODY_2">
    <p:spTree>
      <p:nvGrpSpPr>
        <p:cNvPr id="60" name="Shape 60"/>
        <p:cNvGrpSpPr/>
        <p:nvPr/>
      </p:nvGrpSpPr>
      <p:grpSpPr>
        <a:xfrm>
          <a:off x="0" y="0"/>
          <a:ext cx="0" cy="0"/>
          <a:chOff x="0" y="0"/>
          <a:chExt cx="0" cy="0"/>
        </a:xfrm>
      </p:grpSpPr>
      <p:sp>
        <p:nvSpPr>
          <p:cNvPr id="61" name="Google Shape;61;p10"/>
          <p:cNvSpPr txBox="1"/>
          <p:nvPr>
            <p:ph type="title"/>
          </p:nvPr>
        </p:nvSpPr>
        <p:spPr>
          <a:xfrm>
            <a:off x="777240" y="2532888"/>
            <a:ext cx="7745100" cy="17100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62" name="Google Shape;62;p10"/>
          <p:cNvSpPr txBox="1"/>
          <p:nvPr>
            <p:ph idx="1" type="body"/>
          </p:nvPr>
        </p:nvSpPr>
        <p:spPr>
          <a:xfrm>
            <a:off x="777240" y="4864608"/>
            <a:ext cx="77451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63" name="Google Shape;63;p10"/>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b="0" sz="1800">
                <a:latin typeface="Optimistic Medium"/>
                <a:ea typeface="Optimistic Medium"/>
                <a:cs typeface="Optimistic Medium"/>
                <a:sym typeface="Optimistic Medium"/>
              </a:defRPr>
            </a:lvl2pPr>
            <a:lvl3pPr lvl="2" rtl="0">
              <a:lnSpc>
                <a:spcPct val="120000"/>
              </a:lnSpc>
              <a:spcBef>
                <a:spcPts val="0"/>
              </a:spcBef>
              <a:spcAft>
                <a:spcPts val="0"/>
              </a:spcAft>
              <a:buNone/>
              <a:defRPr b="0" sz="1800">
                <a:latin typeface="Optimistic Medium"/>
                <a:ea typeface="Optimistic Medium"/>
                <a:cs typeface="Optimistic Medium"/>
                <a:sym typeface="Optimistic Medium"/>
              </a:defRPr>
            </a:lvl3pPr>
            <a:lvl4pPr lvl="3" rtl="0">
              <a:lnSpc>
                <a:spcPct val="120000"/>
              </a:lnSpc>
              <a:spcBef>
                <a:spcPts val="0"/>
              </a:spcBef>
              <a:spcAft>
                <a:spcPts val="0"/>
              </a:spcAft>
              <a:buNone/>
              <a:defRPr b="0" sz="1800">
                <a:latin typeface="Optimistic Medium"/>
                <a:ea typeface="Optimistic Medium"/>
                <a:cs typeface="Optimistic Medium"/>
                <a:sym typeface="Optimistic Medium"/>
              </a:defRPr>
            </a:lvl4pPr>
            <a:lvl5pPr lvl="4" rtl="0">
              <a:lnSpc>
                <a:spcPct val="120000"/>
              </a:lnSpc>
              <a:spcBef>
                <a:spcPts val="0"/>
              </a:spcBef>
              <a:spcAft>
                <a:spcPts val="0"/>
              </a:spcAft>
              <a:buNone/>
              <a:defRPr b="0" sz="1800">
                <a:latin typeface="Optimistic Medium"/>
                <a:ea typeface="Optimistic Medium"/>
                <a:cs typeface="Optimistic Medium"/>
                <a:sym typeface="Optimistic Medium"/>
              </a:defRPr>
            </a:lvl5pPr>
            <a:lvl6pPr lvl="5" rtl="0">
              <a:lnSpc>
                <a:spcPct val="120000"/>
              </a:lnSpc>
              <a:spcBef>
                <a:spcPts val="0"/>
              </a:spcBef>
              <a:spcAft>
                <a:spcPts val="0"/>
              </a:spcAft>
              <a:buNone/>
              <a:defRPr b="0" sz="1800">
                <a:latin typeface="Optimistic Medium"/>
                <a:ea typeface="Optimistic Medium"/>
                <a:cs typeface="Optimistic Medium"/>
                <a:sym typeface="Optimistic Medium"/>
              </a:defRPr>
            </a:lvl6pPr>
            <a:lvl7pPr lvl="6" rtl="0">
              <a:lnSpc>
                <a:spcPct val="120000"/>
              </a:lnSpc>
              <a:spcBef>
                <a:spcPts val="0"/>
              </a:spcBef>
              <a:spcAft>
                <a:spcPts val="0"/>
              </a:spcAft>
              <a:buNone/>
              <a:defRPr b="0" sz="1800">
                <a:latin typeface="Optimistic Medium"/>
                <a:ea typeface="Optimistic Medium"/>
                <a:cs typeface="Optimistic Medium"/>
                <a:sym typeface="Optimistic Medium"/>
              </a:defRPr>
            </a:lvl7pPr>
            <a:lvl8pPr lvl="7" rtl="0">
              <a:lnSpc>
                <a:spcPct val="120000"/>
              </a:lnSpc>
              <a:spcBef>
                <a:spcPts val="0"/>
              </a:spcBef>
              <a:spcAft>
                <a:spcPts val="0"/>
              </a:spcAft>
              <a:buNone/>
              <a:defRPr b="0" sz="1800">
                <a:latin typeface="Optimistic Medium"/>
                <a:ea typeface="Optimistic Medium"/>
                <a:cs typeface="Optimistic Medium"/>
                <a:sym typeface="Optimistic Medium"/>
              </a:defRPr>
            </a:lvl8pPr>
            <a:lvl9pPr lvl="8" rtl="0">
              <a:lnSpc>
                <a:spcPct val="120000"/>
              </a:lnSpc>
              <a:spcBef>
                <a:spcPts val="0"/>
              </a:spcBef>
              <a:spcAft>
                <a:spcPts val="0"/>
              </a:spcAft>
              <a:buNone/>
              <a:defRPr b="0" sz="1800">
                <a:latin typeface="Optimistic Medium"/>
                <a:ea typeface="Optimistic Medium"/>
                <a:cs typeface="Optimistic Medium"/>
                <a:sym typeface="Optimistic Medium"/>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7_Text (Third)">
  <p:cSld name="TITLE_AND_BODY_2_1">
    <p:spTree>
      <p:nvGrpSpPr>
        <p:cNvPr id="64" name="Shape 64"/>
        <p:cNvGrpSpPr/>
        <p:nvPr/>
      </p:nvGrpSpPr>
      <p:grpSpPr>
        <a:xfrm>
          <a:off x="0" y="0"/>
          <a:ext cx="0" cy="0"/>
          <a:chOff x="0" y="0"/>
          <a:chExt cx="0" cy="0"/>
        </a:xfrm>
      </p:grpSpPr>
      <p:sp>
        <p:nvSpPr>
          <p:cNvPr id="65" name="Google Shape;65;p11"/>
          <p:cNvSpPr txBox="1"/>
          <p:nvPr>
            <p:ph type="title"/>
          </p:nvPr>
        </p:nvSpPr>
        <p:spPr>
          <a:xfrm>
            <a:off x="777240" y="2532888"/>
            <a:ext cx="4928700" cy="2569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66" name="Google Shape;66;p11"/>
          <p:cNvSpPr txBox="1"/>
          <p:nvPr>
            <p:ph idx="1" type="body"/>
          </p:nvPr>
        </p:nvSpPr>
        <p:spPr>
          <a:xfrm>
            <a:off x="777240" y="5742432"/>
            <a:ext cx="49287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67" name="Google Shape;67;p11"/>
          <p:cNvSpPr txBox="1"/>
          <p:nvPr>
            <p:ph idx="2"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0_Columns (Two)">
  <p:cSld name="TITLE_AND_BODY_2_2">
    <p:spTree>
      <p:nvGrpSpPr>
        <p:cNvPr id="68" name="Shape 68"/>
        <p:cNvGrpSpPr/>
        <p:nvPr/>
      </p:nvGrpSpPr>
      <p:grpSpPr>
        <a:xfrm>
          <a:off x="0" y="0"/>
          <a:ext cx="0" cy="0"/>
          <a:chOff x="0" y="0"/>
          <a:chExt cx="0" cy="0"/>
        </a:xfrm>
      </p:grpSpPr>
      <p:sp>
        <p:nvSpPr>
          <p:cNvPr id="69" name="Google Shape;69;p12"/>
          <p:cNvSpPr txBox="1"/>
          <p:nvPr>
            <p:ph type="title"/>
          </p:nvPr>
        </p:nvSpPr>
        <p:spPr>
          <a:xfrm>
            <a:off x="1527048" y="2532888"/>
            <a:ext cx="6336900" cy="2569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70" name="Google Shape;70;p12"/>
          <p:cNvSpPr txBox="1"/>
          <p:nvPr>
            <p:ph idx="1" type="body"/>
          </p:nvPr>
        </p:nvSpPr>
        <p:spPr>
          <a:xfrm>
            <a:off x="1527048" y="5751576"/>
            <a:ext cx="63369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71" name="Google Shape;71;p12"/>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72" name="Google Shape;72;p12"/>
          <p:cNvSpPr txBox="1"/>
          <p:nvPr>
            <p:ph idx="3" type="title"/>
          </p:nvPr>
        </p:nvSpPr>
        <p:spPr>
          <a:xfrm>
            <a:off x="10433304" y="2532888"/>
            <a:ext cx="6336900" cy="2569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73" name="Google Shape;73;p12"/>
          <p:cNvSpPr txBox="1"/>
          <p:nvPr>
            <p:ph idx="4" type="body"/>
          </p:nvPr>
        </p:nvSpPr>
        <p:spPr>
          <a:xfrm>
            <a:off x="10433304" y="5751576"/>
            <a:ext cx="63369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3_Columns (Three)">
  <p:cSld name="TITLE_AND_BODY_2_2_1">
    <p:spTree>
      <p:nvGrpSpPr>
        <p:cNvPr id="74" name="Shape 74"/>
        <p:cNvGrpSpPr/>
        <p:nvPr/>
      </p:nvGrpSpPr>
      <p:grpSpPr>
        <a:xfrm>
          <a:off x="0" y="0"/>
          <a:ext cx="0" cy="0"/>
          <a:chOff x="0" y="0"/>
          <a:chExt cx="0" cy="0"/>
        </a:xfrm>
      </p:grpSpPr>
      <p:sp>
        <p:nvSpPr>
          <p:cNvPr id="75" name="Google Shape;75;p13"/>
          <p:cNvSpPr txBox="1"/>
          <p:nvPr>
            <p:ph type="title"/>
          </p:nvPr>
        </p:nvSpPr>
        <p:spPr>
          <a:xfrm>
            <a:off x="1161288"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76" name="Google Shape;76;p13"/>
          <p:cNvSpPr txBox="1"/>
          <p:nvPr>
            <p:ph idx="1" type="body"/>
          </p:nvPr>
        </p:nvSpPr>
        <p:spPr>
          <a:xfrm>
            <a:off x="1161288"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77" name="Google Shape;77;p13"/>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78" name="Google Shape;78;p13"/>
          <p:cNvSpPr txBox="1"/>
          <p:nvPr>
            <p:ph idx="3" type="title"/>
          </p:nvPr>
        </p:nvSpPr>
        <p:spPr>
          <a:xfrm>
            <a:off x="7095744"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79" name="Google Shape;79;p13"/>
          <p:cNvSpPr txBox="1"/>
          <p:nvPr>
            <p:ph idx="4" type="body"/>
          </p:nvPr>
        </p:nvSpPr>
        <p:spPr>
          <a:xfrm>
            <a:off x="7095744"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80" name="Google Shape;80;p13"/>
          <p:cNvSpPr txBox="1"/>
          <p:nvPr>
            <p:ph idx="5" type="title"/>
          </p:nvPr>
        </p:nvSpPr>
        <p:spPr>
          <a:xfrm>
            <a:off x="13039344"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81" name="Google Shape;81;p13"/>
          <p:cNvSpPr txBox="1"/>
          <p:nvPr>
            <p:ph idx="6" type="body"/>
          </p:nvPr>
        </p:nvSpPr>
        <p:spPr>
          <a:xfrm>
            <a:off x="13039344"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6_Columns (Four)">
  <p:cSld name="TITLE_AND_BODY_2_2_1_1">
    <p:spTree>
      <p:nvGrpSpPr>
        <p:cNvPr id="82" name="Shape 82"/>
        <p:cNvGrpSpPr/>
        <p:nvPr/>
      </p:nvGrpSpPr>
      <p:grpSpPr>
        <a:xfrm>
          <a:off x="0" y="0"/>
          <a:ext cx="0" cy="0"/>
          <a:chOff x="0" y="0"/>
          <a:chExt cx="0" cy="0"/>
        </a:xfrm>
      </p:grpSpPr>
      <p:sp>
        <p:nvSpPr>
          <p:cNvPr id="83" name="Google Shape;83;p14"/>
          <p:cNvSpPr txBox="1"/>
          <p:nvPr>
            <p:ph type="title"/>
          </p:nvPr>
        </p:nvSpPr>
        <p:spPr>
          <a:xfrm>
            <a:off x="1161288" y="2487168"/>
            <a:ext cx="33375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84" name="Google Shape;84;p14"/>
          <p:cNvSpPr txBox="1"/>
          <p:nvPr>
            <p:ph idx="1" type="body"/>
          </p:nvPr>
        </p:nvSpPr>
        <p:spPr>
          <a:xfrm>
            <a:off x="1161288" y="4782312"/>
            <a:ext cx="33375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85" name="Google Shape;85;p14"/>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86" name="Google Shape;86;p14"/>
          <p:cNvSpPr txBox="1"/>
          <p:nvPr>
            <p:ph idx="3" type="title"/>
          </p:nvPr>
        </p:nvSpPr>
        <p:spPr>
          <a:xfrm>
            <a:off x="5367528" y="2487168"/>
            <a:ext cx="33375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87" name="Google Shape;87;p14"/>
          <p:cNvSpPr txBox="1"/>
          <p:nvPr>
            <p:ph idx="4" type="body"/>
          </p:nvPr>
        </p:nvSpPr>
        <p:spPr>
          <a:xfrm>
            <a:off x="5367528" y="4782312"/>
            <a:ext cx="33375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88" name="Google Shape;88;p14"/>
          <p:cNvSpPr txBox="1"/>
          <p:nvPr>
            <p:ph idx="5" type="title"/>
          </p:nvPr>
        </p:nvSpPr>
        <p:spPr>
          <a:xfrm>
            <a:off x="9573768" y="2487168"/>
            <a:ext cx="33375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89" name="Google Shape;89;p14"/>
          <p:cNvSpPr txBox="1"/>
          <p:nvPr>
            <p:ph idx="6" type="body"/>
          </p:nvPr>
        </p:nvSpPr>
        <p:spPr>
          <a:xfrm>
            <a:off x="9573768" y="4782312"/>
            <a:ext cx="33375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90" name="Google Shape;90;p14"/>
          <p:cNvSpPr txBox="1"/>
          <p:nvPr>
            <p:ph idx="7" type="title"/>
          </p:nvPr>
        </p:nvSpPr>
        <p:spPr>
          <a:xfrm>
            <a:off x="13780008" y="2487168"/>
            <a:ext cx="33375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91" name="Google Shape;91;p14"/>
          <p:cNvSpPr txBox="1"/>
          <p:nvPr>
            <p:ph idx="8" type="body"/>
          </p:nvPr>
        </p:nvSpPr>
        <p:spPr>
          <a:xfrm>
            <a:off x="13780008" y="4782312"/>
            <a:ext cx="33375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9_Points (Two)">
  <p:cSld name="TITLE_AND_BODY_2_2_1_2_2">
    <p:spTree>
      <p:nvGrpSpPr>
        <p:cNvPr id="92" name="Shape 92"/>
        <p:cNvGrpSpPr/>
        <p:nvPr/>
      </p:nvGrpSpPr>
      <p:grpSpPr>
        <a:xfrm>
          <a:off x="0" y="0"/>
          <a:ext cx="0" cy="0"/>
          <a:chOff x="0" y="0"/>
          <a:chExt cx="0" cy="0"/>
        </a:xfrm>
      </p:grpSpPr>
      <p:sp>
        <p:nvSpPr>
          <p:cNvPr id="93" name="Google Shape;93;p15"/>
          <p:cNvSpPr txBox="1"/>
          <p:nvPr>
            <p:ph type="title"/>
          </p:nvPr>
        </p:nvSpPr>
        <p:spPr>
          <a:xfrm>
            <a:off x="1517904" y="6364224"/>
            <a:ext cx="6336900" cy="12510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94" name="Google Shape;94;p15"/>
          <p:cNvSpPr txBox="1"/>
          <p:nvPr>
            <p:ph idx="1" type="body"/>
          </p:nvPr>
        </p:nvSpPr>
        <p:spPr>
          <a:xfrm>
            <a:off x="1517904" y="7845553"/>
            <a:ext cx="6336900" cy="1691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95" name="Google Shape;95;p15"/>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96" name="Google Shape;96;p15"/>
          <p:cNvSpPr txBox="1"/>
          <p:nvPr>
            <p:ph idx="3" type="title"/>
          </p:nvPr>
        </p:nvSpPr>
        <p:spPr>
          <a:xfrm>
            <a:off x="10433304" y="6364224"/>
            <a:ext cx="6336900" cy="12510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97" name="Google Shape;97;p15"/>
          <p:cNvSpPr txBox="1"/>
          <p:nvPr>
            <p:ph idx="4" type="body"/>
          </p:nvPr>
        </p:nvSpPr>
        <p:spPr>
          <a:xfrm>
            <a:off x="10433304" y="7845552"/>
            <a:ext cx="6336900" cy="1691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2_Points (Three)">
  <p:cSld name="TITLE_AND_BODY_2_2_1_2">
    <p:spTree>
      <p:nvGrpSpPr>
        <p:cNvPr id="98" name="Shape 98"/>
        <p:cNvGrpSpPr/>
        <p:nvPr/>
      </p:nvGrpSpPr>
      <p:grpSpPr>
        <a:xfrm>
          <a:off x="0" y="0"/>
          <a:ext cx="0" cy="0"/>
          <a:chOff x="0" y="0"/>
          <a:chExt cx="0" cy="0"/>
        </a:xfrm>
      </p:grpSpPr>
      <p:sp>
        <p:nvSpPr>
          <p:cNvPr id="99" name="Google Shape;99;p16"/>
          <p:cNvSpPr txBox="1"/>
          <p:nvPr>
            <p:ph type="title"/>
          </p:nvPr>
        </p:nvSpPr>
        <p:spPr>
          <a:xfrm>
            <a:off x="1161288"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100" name="Google Shape;100;p16"/>
          <p:cNvSpPr txBox="1"/>
          <p:nvPr>
            <p:ph idx="1" type="body"/>
          </p:nvPr>
        </p:nvSpPr>
        <p:spPr>
          <a:xfrm>
            <a:off x="1161288" y="7086601"/>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101" name="Google Shape;101;p16"/>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02" name="Google Shape;102;p16"/>
          <p:cNvSpPr txBox="1"/>
          <p:nvPr>
            <p:ph idx="3" type="title"/>
          </p:nvPr>
        </p:nvSpPr>
        <p:spPr>
          <a:xfrm>
            <a:off x="6729038"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103" name="Google Shape;103;p16"/>
          <p:cNvSpPr txBox="1"/>
          <p:nvPr>
            <p:ph idx="4" type="body"/>
          </p:nvPr>
        </p:nvSpPr>
        <p:spPr>
          <a:xfrm>
            <a:off x="6729038" y="7086600"/>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104" name="Google Shape;104;p16"/>
          <p:cNvSpPr txBox="1"/>
          <p:nvPr>
            <p:ph idx="5" type="title"/>
          </p:nvPr>
        </p:nvSpPr>
        <p:spPr>
          <a:xfrm>
            <a:off x="12296771"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105" name="Google Shape;105;p16"/>
          <p:cNvSpPr txBox="1"/>
          <p:nvPr>
            <p:ph idx="6" type="body"/>
          </p:nvPr>
        </p:nvSpPr>
        <p:spPr>
          <a:xfrm>
            <a:off x="12296771" y="7086601"/>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5_Points (Four)">
  <p:cSld name="TITLE_AND_BODY_2_2_1_2_1">
    <p:spTree>
      <p:nvGrpSpPr>
        <p:cNvPr id="106" name="Shape 106"/>
        <p:cNvGrpSpPr/>
        <p:nvPr/>
      </p:nvGrpSpPr>
      <p:grpSpPr>
        <a:xfrm>
          <a:off x="0" y="0"/>
          <a:ext cx="0" cy="0"/>
          <a:chOff x="0" y="0"/>
          <a:chExt cx="0" cy="0"/>
        </a:xfrm>
      </p:grpSpPr>
      <p:sp>
        <p:nvSpPr>
          <p:cNvPr id="107" name="Google Shape;107;p17"/>
          <p:cNvSpPr txBox="1"/>
          <p:nvPr>
            <p:ph type="title"/>
          </p:nvPr>
        </p:nvSpPr>
        <p:spPr>
          <a:xfrm>
            <a:off x="116128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108" name="Google Shape;108;p17"/>
          <p:cNvSpPr txBox="1"/>
          <p:nvPr>
            <p:ph idx="1" type="body"/>
          </p:nvPr>
        </p:nvSpPr>
        <p:spPr>
          <a:xfrm>
            <a:off x="116128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109" name="Google Shape;109;p17"/>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10" name="Google Shape;110;p17"/>
          <p:cNvSpPr txBox="1"/>
          <p:nvPr>
            <p:ph idx="3" type="title"/>
          </p:nvPr>
        </p:nvSpPr>
        <p:spPr>
          <a:xfrm>
            <a:off x="536752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111" name="Google Shape;111;p17"/>
          <p:cNvSpPr txBox="1"/>
          <p:nvPr>
            <p:ph idx="4" type="body"/>
          </p:nvPr>
        </p:nvSpPr>
        <p:spPr>
          <a:xfrm>
            <a:off x="536752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112" name="Google Shape;112;p17"/>
          <p:cNvSpPr txBox="1"/>
          <p:nvPr>
            <p:ph idx="5" type="title"/>
          </p:nvPr>
        </p:nvSpPr>
        <p:spPr>
          <a:xfrm>
            <a:off x="957376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113" name="Google Shape;113;p17"/>
          <p:cNvSpPr txBox="1"/>
          <p:nvPr>
            <p:ph idx="6" type="body"/>
          </p:nvPr>
        </p:nvSpPr>
        <p:spPr>
          <a:xfrm>
            <a:off x="957376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114" name="Google Shape;114;p17"/>
          <p:cNvSpPr txBox="1"/>
          <p:nvPr>
            <p:ph idx="7" type="title"/>
          </p:nvPr>
        </p:nvSpPr>
        <p:spPr>
          <a:xfrm>
            <a:off x="1378000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115" name="Google Shape;115;p17"/>
          <p:cNvSpPr txBox="1"/>
          <p:nvPr>
            <p:ph idx="8" type="body"/>
          </p:nvPr>
        </p:nvSpPr>
        <p:spPr>
          <a:xfrm>
            <a:off x="1378000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8_Big Stat">
  <p:cSld name="TITLE_1">
    <p:spTree>
      <p:nvGrpSpPr>
        <p:cNvPr id="116" name="Shape 116"/>
        <p:cNvGrpSpPr/>
        <p:nvPr/>
      </p:nvGrpSpPr>
      <p:grpSpPr>
        <a:xfrm>
          <a:off x="0" y="0"/>
          <a:ext cx="0" cy="0"/>
          <a:chOff x="0" y="0"/>
          <a:chExt cx="0" cy="0"/>
        </a:xfrm>
      </p:grpSpPr>
      <p:sp>
        <p:nvSpPr>
          <p:cNvPr id="117" name="Google Shape;117;p18"/>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18" name="Google Shape;118;p18"/>
          <p:cNvSpPr txBox="1"/>
          <p:nvPr>
            <p:ph type="ctrTitle"/>
          </p:nvPr>
        </p:nvSpPr>
        <p:spPr>
          <a:xfrm>
            <a:off x="1527050" y="3383275"/>
            <a:ext cx="15222600" cy="2203800"/>
          </a:xfrm>
          <a:prstGeom prst="rect">
            <a:avLst/>
          </a:prstGeom>
        </p:spPr>
        <p:txBody>
          <a:bodyPr anchorCtr="0" anchor="b" bIns="0" lIns="0" spcFirstLastPara="1" rIns="0" wrap="square" tIns="0">
            <a:noAutofit/>
          </a:bodyPr>
          <a:lstStyle>
            <a:lvl1pPr lvl="0" rtl="0" algn="ctr">
              <a:spcBef>
                <a:spcPts val="0"/>
              </a:spcBef>
              <a:spcAft>
                <a:spcPts val="0"/>
              </a:spcAft>
              <a:buSzPts val="14600"/>
              <a:buFont typeface="Optimistic"/>
              <a:buNone/>
              <a:defRPr b="1" sz="14600">
                <a:latin typeface="Optimistic"/>
                <a:ea typeface="Optimistic"/>
                <a:cs typeface="Optimistic"/>
                <a:sym typeface="Optimistic"/>
              </a:defRPr>
            </a:lvl1pPr>
            <a:lvl2pPr lvl="1" rtl="0" algn="ctr">
              <a:spcBef>
                <a:spcPts val="0"/>
              </a:spcBef>
              <a:spcAft>
                <a:spcPts val="0"/>
              </a:spcAft>
              <a:buSzPts val="14600"/>
              <a:buNone/>
              <a:defRPr sz="14600"/>
            </a:lvl2pPr>
            <a:lvl3pPr lvl="2" rtl="0" algn="ctr">
              <a:spcBef>
                <a:spcPts val="0"/>
              </a:spcBef>
              <a:spcAft>
                <a:spcPts val="0"/>
              </a:spcAft>
              <a:buSzPts val="14600"/>
              <a:buNone/>
              <a:defRPr sz="14600"/>
            </a:lvl3pPr>
            <a:lvl4pPr lvl="3" rtl="0" algn="ctr">
              <a:spcBef>
                <a:spcPts val="0"/>
              </a:spcBef>
              <a:spcAft>
                <a:spcPts val="0"/>
              </a:spcAft>
              <a:buSzPts val="14600"/>
              <a:buNone/>
              <a:defRPr sz="14600"/>
            </a:lvl4pPr>
            <a:lvl5pPr lvl="4" rtl="0" algn="ctr">
              <a:spcBef>
                <a:spcPts val="0"/>
              </a:spcBef>
              <a:spcAft>
                <a:spcPts val="0"/>
              </a:spcAft>
              <a:buSzPts val="14600"/>
              <a:buNone/>
              <a:defRPr sz="14600"/>
            </a:lvl5pPr>
            <a:lvl6pPr lvl="5" rtl="0" algn="ctr">
              <a:spcBef>
                <a:spcPts val="0"/>
              </a:spcBef>
              <a:spcAft>
                <a:spcPts val="0"/>
              </a:spcAft>
              <a:buSzPts val="14600"/>
              <a:buNone/>
              <a:defRPr sz="14600"/>
            </a:lvl6pPr>
            <a:lvl7pPr lvl="6" rtl="0" algn="ctr">
              <a:spcBef>
                <a:spcPts val="0"/>
              </a:spcBef>
              <a:spcAft>
                <a:spcPts val="0"/>
              </a:spcAft>
              <a:buSzPts val="14600"/>
              <a:buNone/>
              <a:defRPr sz="14600"/>
            </a:lvl7pPr>
            <a:lvl8pPr lvl="7" rtl="0" algn="ctr">
              <a:spcBef>
                <a:spcPts val="0"/>
              </a:spcBef>
              <a:spcAft>
                <a:spcPts val="0"/>
              </a:spcAft>
              <a:buSzPts val="14600"/>
              <a:buNone/>
              <a:defRPr sz="14600"/>
            </a:lvl8pPr>
            <a:lvl9pPr lvl="8" rtl="0" algn="ctr">
              <a:spcBef>
                <a:spcPts val="0"/>
              </a:spcBef>
              <a:spcAft>
                <a:spcPts val="0"/>
              </a:spcAft>
              <a:buSzPts val="14600"/>
              <a:buNone/>
              <a:defRPr sz="14600"/>
            </a:lvl9pPr>
          </a:lstStyle>
          <a:p/>
        </p:txBody>
      </p:sp>
      <p:sp>
        <p:nvSpPr>
          <p:cNvPr id="119" name="Google Shape;119;p18"/>
          <p:cNvSpPr txBox="1"/>
          <p:nvPr>
            <p:ph idx="2" type="subTitle"/>
          </p:nvPr>
        </p:nvSpPr>
        <p:spPr>
          <a:xfrm>
            <a:off x="1527158" y="5458973"/>
            <a:ext cx="15222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120" name="Google Shape;120;p18"/>
          <p:cNvSpPr txBox="1"/>
          <p:nvPr>
            <p:ph idx="3" type="subTitle"/>
          </p:nvPr>
        </p:nvSpPr>
        <p:spPr>
          <a:xfrm>
            <a:off x="429768"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1_Stats (Two)">
  <p:cSld name="TITLE_1_1">
    <p:spTree>
      <p:nvGrpSpPr>
        <p:cNvPr id="121" name="Shape 121"/>
        <p:cNvGrpSpPr/>
        <p:nvPr/>
      </p:nvGrpSpPr>
      <p:grpSpPr>
        <a:xfrm>
          <a:off x="0" y="0"/>
          <a:ext cx="0" cy="0"/>
          <a:chOff x="0" y="0"/>
          <a:chExt cx="0" cy="0"/>
        </a:xfrm>
      </p:grpSpPr>
      <p:sp>
        <p:nvSpPr>
          <p:cNvPr id="122" name="Google Shape;122;p19"/>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23" name="Google Shape;123;p19"/>
          <p:cNvSpPr txBox="1"/>
          <p:nvPr>
            <p:ph type="ctrTitle"/>
          </p:nvPr>
        </p:nvSpPr>
        <p:spPr>
          <a:xfrm>
            <a:off x="1403550" y="3383280"/>
            <a:ext cx="6336900" cy="2203800"/>
          </a:xfrm>
          <a:prstGeom prst="rect">
            <a:avLst/>
          </a:prstGeom>
        </p:spPr>
        <p:txBody>
          <a:bodyPr anchorCtr="0" anchor="b" bIns="0" lIns="0" spcFirstLastPara="1" rIns="0" wrap="square" tIns="0">
            <a:noAutofit/>
          </a:bodyPr>
          <a:lstStyle>
            <a:lvl1pPr lvl="0" rtl="0" algn="ctr">
              <a:spcBef>
                <a:spcPts val="0"/>
              </a:spcBef>
              <a:spcAft>
                <a:spcPts val="0"/>
              </a:spcAft>
              <a:buSzPts val="14600"/>
              <a:buFont typeface="Optimistic"/>
              <a:buNone/>
              <a:defRPr b="1" sz="14600">
                <a:latin typeface="Optimistic"/>
                <a:ea typeface="Optimistic"/>
                <a:cs typeface="Optimistic"/>
                <a:sym typeface="Optimistic"/>
              </a:defRPr>
            </a:lvl1pPr>
            <a:lvl2pPr lvl="1" rtl="0" algn="ctr">
              <a:spcBef>
                <a:spcPts val="0"/>
              </a:spcBef>
              <a:spcAft>
                <a:spcPts val="0"/>
              </a:spcAft>
              <a:buSzPts val="14600"/>
              <a:buFont typeface="Optimistic"/>
              <a:buNone/>
              <a:defRPr b="1" sz="14600">
                <a:latin typeface="Optimistic"/>
                <a:ea typeface="Optimistic"/>
                <a:cs typeface="Optimistic"/>
                <a:sym typeface="Optimistic"/>
              </a:defRPr>
            </a:lvl2pPr>
            <a:lvl3pPr lvl="2" rtl="0" algn="ctr">
              <a:spcBef>
                <a:spcPts val="0"/>
              </a:spcBef>
              <a:spcAft>
                <a:spcPts val="0"/>
              </a:spcAft>
              <a:buSzPts val="14600"/>
              <a:buFont typeface="Optimistic"/>
              <a:buNone/>
              <a:defRPr b="1" sz="14600">
                <a:latin typeface="Optimistic"/>
                <a:ea typeface="Optimistic"/>
                <a:cs typeface="Optimistic"/>
                <a:sym typeface="Optimistic"/>
              </a:defRPr>
            </a:lvl3pPr>
            <a:lvl4pPr lvl="3" rtl="0" algn="ctr">
              <a:spcBef>
                <a:spcPts val="0"/>
              </a:spcBef>
              <a:spcAft>
                <a:spcPts val="0"/>
              </a:spcAft>
              <a:buSzPts val="14600"/>
              <a:buFont typeface="Optimistic"/>
              <a:buNone/>
              <a:defRPr b="1" sz="14600">
                <a:latin typeface="Optimistic"/>
                <a:ea typeface="Optimistic"/>
                <a:cs typeface="Optimistic"/>
                <a:sym typeface="Optimistic"/>
              </a:defRPr>
            </a:lvl4pPr>
            <a:lvl5pPr lvl="4" rtl="0" algn="ctr">
              <a:spcBef>
                <a:spcPts val="0"/>
              </a:spcBef>
              <a:spcAft>
                <a:spcPts val="0"/>
              </a:spcAft>
              <a:buSzPts val="14600"/>
              <a:buFont typeface="Optimistic"/>
              <a:buNone/>
              <a:defRPr b="1" sz="14600">
                <a:latin typeface="Optimistic"/>
                <a:ea typeface="Optimistic"/>
                <a:cs typeface="Optimistic"/>
                <a:sym typeface="Optimistic"/>
              </a:defRPr>
            </a:lvl5pPr>
            <a:lvl6pPr lvl="5" rtl="0" algn="ctr">
              <a:spcBef>
                <a:spcPts val="0"/>
              </a:spcBef>
              <a:spcAft>
                <a:spcPts val="0"/>
              </a:spcAft>
              <a:buSzPts val="14600"/>
              <a:buFont typeface="Optimistic"/>
              <a:buNone/>
              <a:defRPr b="1" sz="14600">
                <a:latin typeface="Optimistic"/>
                <a:ea typeface="Optimistic"/>
                <a:cs typeface="Optimistic"/>
                <a:sym typeface="Optimistic"/>
              </a:defRPr>
            </a:lvl6pPr>
            <a:lvl7pPr lvl="6" rtl="0" algn="ctr">
              <a:spcBef>
                <a:spcPts val="0"/>
              </a:spcBef>
              <a:spcAft>
                <a:spcPts val="0"/>
              </a:spcAft>
              <a:buSzPts val="14600"/>
              <a:buFont typeface="Optimistic"/>
              <a:buNone/>
              <a:defRPr b="1" sz="14600">
                <a:latin typeface="Optimistic"/>
                <a:ea typeface="Optimistic"/>
                <a:cs typeface="Optimistic"/>
                <a:sym typeface="Optimistic"/>
              </a:defRPr>
            </a:lvl7pPr>
            <a:lvl8pPr lvl="7" rtl="0" algn="ctr">
              <a:spcBef>
                <a:spcPts val="0"/>
              </a:spcBef>
              <a:spcAft>
                <a:spcPts val="0"/>
              </a:spcAft>
              <a:buSzPts val="14600"/>
              <a:buFont typeface="Optimistic"/>
              <a:buNone/>
              <a:defRPr b="1" sz="14600">
                <a:latin typeface="Optimistic"/>
                <a:ea typeface="Optimistic"/>
                <a:cs typeface="Optimistic"/>
                <a:sym typeface="Optimistic"/>
              </a:defRPr>
            </a:lvl8pPr>
            <a:lvl9pPr lvl="8" rtl="0" algn="ctr">
              <a:spcBef>
                <a:spcPts val="0"/>
              </a:spcBef>
              <a:spcAft>
                <a:spcPts val="0"/>
              </a:spcAft>
              <a:buSzPts val="14600"/>
              <a:buFont typeface="Optimistic"/>
              <a:buNone/>
              <a:defRPr b="1" sz="14600">
                <a:latin typeface="Optimistic"/>
                <a:ea typeface="Optimistic"/>
                <a:cs typeface="Optimistic"/>
                <a:sym typeface="Optimistic"/>
              </a:defRPr>
            </a:lvl9pPr>
          </a:lstStyle>
          <a:p/>
        </p:txBody>
      </p:sp>
      <p:sp>
        <p:nvSpPr>
          <p:cNvPr id="124" name="Google Shape;124;p19"/>
          <p:cNvSpPr txBox="1"/>
          <p:nvPr>
            <p:ph idx="2" type="subTitle"/>
          </p:nvPr>
        </p:nvSpPr>
        <p:spPr>
          <a:xfrm>
            <a:off x="1403550" y="5458975"/>
            <a:ext cx="63369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125" name="Google Shape;125;p19"/>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126" name="Google Shape;126;p19"/>
          <p:cNvSpPr txBox="1"/>
          <p:nvPr>
            <p:ph idx="4" type="ctrTitle"/>
          </p:nvPr>
        </p:nvSpPr>
        <p:spPr>
          <a:xfrm>
            <a:off x="10547550" y="3383280"/>
            <a:ext cx="6336900" cy="2203800"/>
          </a:xfrm>
          <a:prstGeom prst="rect">
            <a:avLst/>
          </a:prstGeom>
        </p:spPr>
        <p:txBody>
          <a:bodyPr anchorCtr="0" anchor="b" bIns="0" lIns="0" spcFirstLastPara="1" rIns="0" wrap="square" tIns="0">
            <a:noAutofit/>
          </a:bodyPr>
          <a:lstStyle>
            <a:lvl1pPr lvl="0" rtl="0" algn="ctr">
              <a:spcBef>
                <a:spcPts val="0"/>
              </a:spcBef>
              <a:spcAft>
                <a:spcPts val="0"/>
              </a:spcAft>
              <a:buSzPts val="14600"/>
              <a:buFont typeface="Optimistic"/>
              <a:buNone/>
              <a:defRPr b="1" sz="14600">
                <a:latin typeface="Optimistic"/>
                <a:ea typeface="Optimistic"/>
                <a:cs typeface="Optimistic"/>
                <a:sym typeface="Optimistic"/>
              </a:defRPr>
            </a:lvl1pPr>
            <a:lvl2pPr lvl="1" rtl="0" algn="ctr">
              <a:spcBef>
                <a:spcPts val="0"/>
              </a:spcBef>
              <a:spcAft>
                <a:spcPts val="0"/>
              </a:spcAft>
              <a:buSzPts val="14600"/>
              <a:buFont typeface="Optimistic"/>
              <a:buNone/>
              <a:defRPr b="1" sz="14600">
                <a:latin typeface="Optimistic"/>
                <a:ea typeface="Optimistic"/>
                <a:cs typeface="Optimistic"/>
                <a:sym typeface="Optimistic"/>
              </a:defRPr>
            </a:lvl2pPr>
            <a:lvl3pPr lvl="2" rtl="0" algn="ctr">
              <a:spcBef>
                <a:spcPts val="0"/>
              </a:spcBef>
              <a:spcAft>
                <a:spcPts val="0"/>
              </a:spcAft>
              <a:buSzPts val="14600"/>
              <a:buFont typeface="Optimistic"/>
              <a:buNone/>
              <a:defRPr b="1" sz="14600">
                <a:latin typeface="Optimistic"/>
                <a:ea typeface="Optimistic"/>
                <a:cs typeface="Optimistic"/>
                <a:sym typeface="Optimistic"/>
              </a:defRPr>
            </a:lvl3pPr>
            <a:lvl4pPr lvl="3" rtl="0" algn="ctr">
              <a:spcBef>
                <a:spcPts val="0"/>
              </a:spcBef>
              <a:spcAft>
                <a:spcPts val="0"/>
              </a:spcAft>
              <a:buSzPts val="14600"/>
              <a:buFont typeface="Optimistic"/>
              <a:buNone/>
              <a:defRPr b="1" sz="14600">
                <a:latin typeface="Optimistic"/>
                <a:ea typeface="Optimistic"/>
                <a:cs typeface="Optimistic"/>
                <a:sym typeface="Optimistic"/>
              </a:defRPr>
            </a:lvl4pPr>
            <a:lvl5pPr lvl="4" rtl="0" algn="ctr">
              <a:spcBef>
                <a:spcPts val="0"/>
              </a:spcBef>
              <a:spcAft>
                <a:spcPts val="0"/>
              </a:spcAft>
              <a:buSzPts val="14600"/>
              <a:buFont typeface="Optimistic"/>
              <a:buNone/>
              <a:defRPr b="1" sz="14600">
                <a:latin typeface="Optimistic"/>
                <a:ea typeface="Optimistic"/>
                <a:cs typeface="Optimistic"/>
                <a:sym typeface="Optimistic"/>
              </a:defRPr>
            </a:lvl5pPr>
            <a:lvl6pPr lvl="5" rtl="0" algn="ctr">
              <a:spcBef>
                <a:spcPts val="0"/>
              </a:spcBef>
              <a:spcAft>
                <a:spcPts val="0"/>
              </a:spcAft>
              <a:buSzPts val="14600"/>
              <a:buFont typeface="Optimistic"/>
              <a:buNone/>
              <a:defRPr b="1" sz="14600">
                <a:latin typeface="Optimistic"/>
                <a:ea typeface="Optimistic"/>
                <a:cs typeface="Optimistic"/>
                <a:sym typeface="Optimistic"/>
              </a:defRPr>
            </a:lvl6pPr>
            <a:lvl7pPr lvl="6" rtl="0" algn="ctr">
              <a:spcBef>
                <a:spcPts val="0"/>
              </a:spcBef>
              <a:spcAft>
                <a:spcPts val="0"/>
              </a:spcAft>
              <a:buSzPts val="14600"/>
              <a:buFont typeface="Optimistic"/>
              <a:buNone/>
              <a:defRPr b="1" sz="14600">
                <a:latin typeface="Optimistic"/>
                <a:ea typeface="Optimistic"/>
                <a:cs typeface="Optimistic"/>
                <a:sym typeface="Optimistic"/>
              </a:defRPr>
            </a:lvl7pPr>
            <a:lvl8pPr lvl="7" rtl="0" algn="ctr">
              <a:spcBef>
                <a:spcPts val="0"/>
              </a:spcBef>
              <a:spcAft>
                <a:spcPts val="0"/>
              </a:spcAft>
              <a:buSzPts val="14600"/>
              <a:buFont typeface="Optimistic"/>
              <a:buNone/>
              <a:defRPr b="1" sz="14600">
                <a:latin typeface="Optimistic"/>
                <a:ea typeface="Optimistic"/>
                <a:cs typeface="Optimistic"/>
                <a:sym typeface="Optimistic"/>
              </a:defRPr>
            </a:lvl8pPr>
            <a:lvl9pPr lvl="8" rtl="0" algn="ctr">
              <a:spcBef>
                <a:spcPts val="0"/>
              </a:spcBef>
              <a:spcAft>
                <a:spcPts val="0"/>
              </a:spcAft>
              <a:buSzPts val="14600"/>
              <a:buFont typeface="Optimistic"/>
              <a:buNone/>
              <a:defRPr b="1" sz="14600">
                <a:latin typeface="Optimistic"/>
                <a:ea typeface="Optimistic"/>
                <a:cs typeface="Optimistic"/>
                <a:sym typeface="Optimistic"/>
              </a:defRPr>
            </a:lvl9pPr>
          </a:lstStyle>
          <a:p/>
        </p:txBody>
      </p:sp>
      <p:sp>
        <p:nvSpPr>
          <p:cNvPr id="127" name="Google Shape;127;p19"/>
          <p:cNvSpPr txBox="1"/>
          <p:nvPr>
            <p:ph idx="5" type="subTitle"/>
          </p:nvPr>
        </p:nvSpPr>
        <p:spPr>
          <a:xfrm>
            <a:off x="10547550" y="5458975"/>
            <a:ext cx="63369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4_Stats (Three)">
  <p:cSld name="TITLE_1_1_1">
    <p:spTree>
      <p:nvGrpSpPr>
        <p:cNvPr id="128" name="Shape 128"/>
        <p:cNvGrpSpPr/>
        <p:nvPr/>
      </p:nvGrpSpPr>
      <p:grpSpPr>
        <a:xfrm>
          <a:off x="0" y="0"/>
          <a:ext cx="0" cy="0"/>
          <a:chOff x="0" y="0"/>
          <a:chExt cx="0" cy="0"/>
        </a:xfrm>
      </p:grpSpPr>
      <p:sp>
        <p:nvSpPr>
          <p:cNvPr id="129" name="Google Shape;129;p20"/>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30" name="Google Shape;130;p20"/>
          <p:cNvSpPr txBox="1"/>
          <p:nvPr>
            <p:ph type="ctrTitle"/>
          </p:nvPr>
        </p:nvSpPr>
        <p:spPr>
          <a:xfrm>
            <a:off x="1527048" y="3950475"/>
            <a:ext cx="4224600" cy="1469700"/>
          </a:xfrm>
          <a:prstGeom prst="rect">
            <a:avLst/>
          </a:prstGeom>
        </p:spPr>
        <p:txBody>
          <a:bodyPr anchorCtr="0" anchor="b" bIns="0" lIns="0" spcFirstLastPara="1" rIns="0" wrap="square" tIns="0">
            <a:noAutofit/>
          </a:bodyPr>
          <a:lstStyle>
            <a:lvl1pPr lvl="0" rtl="0" algn="ctr">
              <a:spcBef>
                <a:spcPts val="0"/>
              </a:spcBef>
              <a:spcAft>
                <a:spcPts val="0"/>
              </a:spcAft>
              <a:buSzPts val="9600"/>
              <a:buFont typeface="Optimistic"/>
              <a:buNone/>
              <a:defRPr b="1" sz="9600">
                <a:latin typeface="Optimistic"/>
                <a:ea typeface="Optimistic"/>
                <a:cs typeface="Optimistic"/>
                <a:sym typeface="Optimistic"/>
              </a:defRPr>
            </a:lvl1pPr>
            <a:lvl2pPr lvl="1" rtl="0" algn="ctr">
              <a:spcBef>
                <a:spcPts val="0"/>
              </a:spcBef>
              <a:spcAft>
                <a:spcPts val="0"/>
              </a:spcAft>
              <a:buSzPts val="9600"/>
              <a:buFont typeface="Optimistic"/>
              <a:buNone/>
              <a:defRPr b="1" sz="9600">
                <a:latin typeface="Optimistic"/>
                <a:ea typeface="Optimistic"/>
                <a:cs typeface="Optimistic"/>
                <a:sym typeface="Optimistic"/>
              </a:defRPr>
            </a:lvl2pPr>
            <a:lvl3pPr lvl="2" rtl="0" algn="ctr">
              <a:spcBef>
                <a:spcPts val="0"/>
              </a:spcBef>
              <a:spcAft>
                <a:spcPts val="0"/>
              </a:spcAft>
              <a:buSzPts val="9600"/>
              <a:buFont typeface="Optimistic"/>
              <a:buNone/>
              <a:defRPr b="1" sz="9600">
                <a:latin typeface="Optimistic"/>
                <a:ea typeface="Optimistic"/>
                <a:cs typeface="Optimistic"/>
                <a:sym typeface="Optimistic"/>
              </a:defRPr>
            </a:lvl3pPr>
            <a:lvl4pPr lvl="3" rtl="0" algn="ctr">
              <a:spcBef>
                <a:spcPts val="0"/>
              </a:spcBef>
              <a:spcAft>
                <a:spcPts val="0"/>
              </a:spcAft>
              <a:buSzPts val="9600"/>
              <a:buFont typeface="Optimistic"/>
              <a:buNone/>
              <a:defRPr b="1" sz="9600">
                <a:latin typeface="Optimistic"/>
                <a:ea typeface="Optimistic"/>
                <a:cs typeface="Optimistic"/>
                <a:sym typeface="Optimistic"/>
              </a:defRPr>
            </a:lvl4pPr>
            <a:lvl5pPr lvl="4" rtl="0" algn="ctr">
              <a:spcBef>
                <a:spcPts val="0"/>
              </a:spcBef>
              <a:spcAft>
                <a:spcPts val="0"/>
              </a:spcAft>
              <a:buSzPts val="9600"/>
              <a:buFont typeface="Optimistic"/>
              <a:buNone/>
              <a:defRPr b="1" sz="9600">
                <a:latin typeface="Optimistic"/>
                <a:ea typeface="Optimistic"/>
                <a:cs typeface="Optimistic"/>
                <a:sym typeface="Optimistic"/>
              </a:defRPr>
            </a:lvl5pPr>
            <a:lvl6pPr lvl="5" rtl="0" algn="ctr">
              <a:spcBef>
                <a:spcPts val="0"/>
              </a:spcBef>
              <a:spcAft>
                <a:spcPts val="0"/>
              </a:spcAft>
              <a:buSzPts val="9600"/>
              <a:buFont typeface="Optimistic"/>
              <a:buNone/>
              <a:defRPr b="1" sz="9600">
                <a:latin typeface="Optimistic"/>
                <a:ea typeface="Optimistic"/>
                <a:cs typeface="Optimistic"/>
                <a:sym typeface="Optimistic"/>
              </a:defRPr>
            </a:lvl6pPr>
            <a:lvl7pPr lvl="6" rtl="0" algn="ctr">
              <a:spcBef>
                <a:spcPts val="0"/>
              </a:spcBef>
              <a:spcAft>
                <a:spcPts val="0"/>
              </a:spcAft>
              <a:buSzPts val="9600"/>
              <a:buFont typeface="Optimistic"/>
              <a:buNone/>
              <a:defRPr b="1" sz="9600">
                <a:latin typeface="Optimistic"/>
                <a:ea typeface="Optimistic"/>
                <a:cs typeface="Optimistic"/>
                <a:sym typeface="Optimistic"/>
              </a:defRPr>
            </a:lvl7pPr>
            <a:lvl8pPr lvl="7" rtl="0" algn="ctr">
              <a:spcBef>
                <a:spcPts val="0"/>
              </a:spcBef>
              <a:spcAft>
                <a:spcPts val="0"/>
              </a:spcAft>
              <a:buSzPts val="9600"/>
              <a:buFont typeface="Optimistic"/>
              <a:buNone/>
              <a:defRPr b="1" sz="9600">
                <a:latin typeface="Optimistic"/>
                <a:ea typeface="Optimistic"/>
                <a:cs typeface="Optimistic"/>
                <a:sym typeface="Optimistic"/>
              </a:defRPr>
            </a:lvl8pPr>
            <a:lvl9pPr lvl="8" rtl="0" algn="ctr">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31" name="Google Shape;131;p20"/>
          <p:cNvSpPr txBox="1"/>
          <p:nvPr>
            <p:ph idx="2" type="subTitle"/>
          </p:nvPr>
        </p:nvSpPr>
        <p:spPr>
          <a:xfrm>
            <a:off x="1527148"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132" name="Google Shape;132;p20"/>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133" name="Google Shape;133;p20"/>
          <p:cNvSpPr txBox="1"/>
          <p:nvPr>
            <p:ph idx="4" type="ctrTitle"/>
          </p:nvPr>
        </p:nvSpPr>
        <p:spPr>
          <a:xfrm>
            <a:off x="7031650" y="3950696"/>
            <a:ext cx="4224600" cy="1469700"/>
          </a:xfrm>
          <a:prstGeom prst="rect">
            <a:avLst/>
          </a:prstGeom>
        </p:spPr>
        <p:txBody>
          <a:bodyPr anchorCtr="0" anchor="b" bIns="0" lIns="0" spcFirstLastPara="1" rIns="0" wrap="square" tIns="0">
            <a:noAutofit/>
          </a:bodyPr>
          <a:lstStyle>
            <a:lvl1pPr lvl="0" rtl="0" algn="ctr">
              <a:spcBef>
                <a:spcPts val="0"/>
              </a:spcBef>
              <a:spcAft>
                <a:spcPts val="0"/>
              </a:spcAft>
              <a:buSzPts val="9600"/>
              <a:buFont typeface="Optimistic"/>
              <a:buNone/>
              <a:defRPr b="1" sz="9600">
                <a:latin typeface="Optimistic"/>
                <a:ea typeface="Optimistic"/>
                <a:cs typeface="Optimistic"/>
                <a:sym typeface="Optimistic"/>
              </a:defRPr>
            </a:lvl1pPr>
            <a:lvl2pPr lvl="1" rtl="0" algn="ctr">
              <a:spcBef>
                <a:spcPts val="0"/>
              </a:spcBef>
              <a:spcAft>
                <a:spcPts val="0"/>
              </a:spcAft>
              <a:buSzPts val="9600"/>
              <a:buFont typeface="Optimistic"/>
              <a:buNone/>
              <a:defRPr b="1" sz="9600">
                <a:latin typeface="Optimistic"/>
                <a:ea typeface="Optimistic"/>
                <a:cs typeface="Optimistic"/>
                <a:sym typeface="Optimistic"/>
              </a:defRPr>
            </a:lvl2pPr>
            <a:lvl3pPr lvl="2" rtl="0" algn="ctr">
              <a:spcBef>
                <a:spcPts val="0"/>
              </a:spcBef>
              <a:spcAft>
                <a:spcPts val="0"/>
              </a:spcAft>
              <a:buSzPts val="9600"/>
              <a:buFont typeface="Optimistic"/>
              <a:buNone/>
              <a:defRPr b="1" sz="9600">
                <a:latin typeface="Optimistic"/>
                <a:ea typeface="Optimistic"/>
                <a:cs typeface="Optimistic"/>
                <a:sym typeface="Optimistic"/>
              </a:defRPr>
            </a:lvl3pPr>
            <a:lvl4pPr lvl="3" rtl="0" algn="ctr">
              <a:spcBef>
                <a:spcPts val="0"/>
              </a:spcBef>
              <a:spcAft>
                <a:spcPts val="0"/>
              </a:spcAft>
              <a:buSzPts val="9600"/>
              <a:buFont typeface="Optimistic"/>
              <a:buNone/>
              <a:defRPr b="1" sz="9600">
                <a:latin typeface="Optimistic"/>
                <a:ea typeface="Optimistic"/>
                <a:cs typeface="Optimistic"/>
                <a:sym typeface="Optimistic"/>
              </a:defRPr>
            </a:lvl4pPr>
            <a:lvl5pPr lvl="4" rtl="0" algn="ctr">
              <a:spcBef>
                <a:spcPts val="0"/>
              </a:spcBef>
              <a:spcAft>
                <a:spcPts val="0"/>
              </a:spcAft>
              <a:buSzPts val="9600"/>
              <a:buFont typeface="Optimistic"/>
              <a:buNone/>
              <a:defRPr b="1" sz="9600">
                <a:latin typeface="Optimistic"/>
                <a:ea typeface="Optimistic"/>
                <a:cs typeface="Optimistic"/>
                <a:sym typeface="Optimistic"/>
              </a:defRPr>
            </a:lvl5pPr>
            <a:lvl6pPr lvl="5" rtl="0" algn="ctr">
              <a:spcBef>
                <a:spcPts val="0"/>
              </a:spcBef>
              <a:spcAft>
                <a:spcPts val="0"/>
              </a:spcAft>
              <a:buSzPts val="9600"/>
              <a:buFont typeface="Optimistic"/>
              <a:buNone/>
              <a:defRPr b="1" sz="9600">
                <a:latin typeface="Optimistic"/>
                <a:ea typeface="Optimistic"/>
                <a:cs typeface="Optimistic"/>
                <a:sym typeface="Optimistic"/>
              </a:defRPr>
            </a:lvl6pPr>
            <a:lvl7pPr lvl="6" rtl="0" algn="ctr">
              <a:spcBef>
                <a:spcPts val="0"/>
              </a:spcBef>
              <a:spcAft>
                <a:spcPts val="0"/>
              </a:spcAft>
              <a:buSzPts val="9600"/>
              <a:buFont typeface="Optimistic"/>
              <a:buNone/>
              <a:defRPr b="1" sz="9600">
                <a:latin typeface="Optimistic"/>
                <a:ea typeface="Optimistic"/>
                <a:cs typeface="Optimistic"/>
                <a:sym typeface="Optimistic"/>
              </a:defRPr>
            </a:lvl7pPr>
            <a:lvl8pPr lvl="7" rtl="0" algn="ctr">
              <a:spcBef>
                <a:spcPts val="0"/>
              </a:spcBef>
              <a:spcAft>
                <a:spcPts val="0"/>
              </a:spcAft>
              <a:buSzPts val="9600"/>
              <a:buFont typeface="Optimistic"/>
              <a:buNone/>
              <a:defRPr b="1" sz="9600">
                <a:latin typeface="Optimistic"/>
                <a:ea typeface="Optimistic"/>
                <a:cs typeface="Optimistic"/>
                <a:sym typeface="Optimistic"/>
              </a:defRPr>
            </a:lvl8pPr>
            <a:lvl9pPr lvl="8" rtl="0" algn="ctr">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34" name="Google Shape;134;p20"/>
          <p:cNvSpPr txBox="1"/>
          <p:nvPr>
            <p:ph idx="5" type="subTitle"/>
          </p:nvPr>
        </p:nvSpPr>
        <p:spPr>
          <a:xfrm>
            <a:off x="7031750"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135" name="Google Shape;135;p20"/>
          <p:cNvSpPr txBox="1"/>
          <p:nvPr>
            <p:ph idx="6" type="ctrTitle"/>
          </p:nvPr>
        </p:nvSpPr>
        <p:spPr>
          <a:xfrm>
            <a:off x="12536424" y="3950696"/>
            <a:ext cx="4224600" cy="1469700"/>
          </a:xfrm>
          <a:prstGeom prst="rect">
            <a:avLst/>
          </a:prstGeom>
        </p:spPr>
        <p:txBody>
          <a:bodyPr anchorCtr="0" anchor="b" bIns="0" lIns="0" spcFirstLastPara="1" rIns="0" wrap="square" tIns="0">
            <a:noAutofit/>
          </a:bodyPr>
          <a:lstStyle>
            <a:lvl1pPr lvl="0" rtl="0" algn="ctr">
              <a:spcBef>
                <a:spcPts val="0"/>
              </a:spcBef>
              <a:spcAft>
                <a:spcPts val="0"/>
              </a:spcAft>
              <a:buSzPts val="9600"/>
              <a:buFont typeface="Optimistic"/>
              <a:buNone/>
              <a:defRPr b="1" sz="9600">
                <a:latin typeface="Optimistic"/>
                <a:ea typeface="Optimistic"/>
                <a:cs typeface="Optimistic"/>
                <a:sym typeface="Optimistic"/>
              </a:defRPr>
            </a:lvl1pPr>
            <a:lvl2pPr lvl="1" rtl="0" algn="ctr">
              <a:spcBef>
                <a:spcPts val="0"/>
              </a:spcBef>
              <a:spcAft>
                <a:spcPts val="0"/>
              </a:spcAft>
              <a:buSzPts val="9600"/>
              <a:buFont typeface="Optimistic"/>
              <a:buNone/>
              <a:defRPr b="1" sz="9600">
                <a:latin typeface="Optimistic"/>
                <a:ea typeface="Optimistic"/>
                <a:cs typeface="Optimistic"/>
                <a:sym typeface="Optimistic"/>
              </a:defRPr>
            </a:lvl2pPr>
            <a:lvl3pPr lvl="2" rtl="0" algn="ctr">
              <a:spcBef>
                <a:spcPts val="0"/>
              </a:spcBef>
              <a:spcAft>
                <a:spcPts val="0"/>
              </a:spcAft>
              <a:buSzPts val="9600"/>
              <a:buFont typeface="Optimistic"/>
              <a:buNone/>
              <a:defRPr b="1" sz="9600">
                <a:latin typeface="Optimistic"/>
                <a:ea typeface="Optimistic"/>
                <a:cs typeface="Optimistic"/>
                <a:sym typeface="Optimistic"/>
              </a:defRPr>
            </a:lvl3pPr>
            <a:lvl4pPr lvl="3" rtl="0" algn="ctr">
              <a:spcBef>
                <a:spcPts val="0"/>
              </a:spcBef>
              <a:spcAft>
                <a:spcPts val="0"/>
              </a:spcAft>
              <a:buSzPts val="9600"/>
              <a:buFont typeface="Optimistic"/>
              <a:buNone/>
              <a:defRPr b="1" sz="9600">
                <a:latin typeface="Optimistic"/>
                <a:ea typeface="Optimistic"/>
                <a:cs typeface="Optimistic"/>
                <a:sym typeface="Optimistic"/>
              </a:defRPr>
            </a:lvl4pPr>
            <a:lvl5pPr lvl="4" rtl="0" algn="ctr">
              <a:spcBef>
                <a:spcPts val="0"/>
              </a:spcBef>
              <a:spcAft>
                <a:spcPts val="0"/>
              </a:spcAft>
              <a:buSzPts val="9600"/>
              <a:buFont typeface="Optimistic"/>
              <a:buNone/>
              <a:defRPr b="1" sz="9600">
                <a:latin typeface="Optimistic"/>
                <a:ea typeface="Optimistic"/>
                <a:cs typeface="Optimistic"/>
                <a:sym typeface="Optimistic"/>
              </a:defRPr>
            </a:lvl5pPr>
            <a:lvl6pPr lvl="5" rtl="0" algn="ctr">
              <a:spcBef>
                <a:spcPts val="0"/>
              </a:spcBef>
              <a:spcAft>
                <a:spcPts val="0"/>
              </a:spcAft>
              <a:buSzPts val="9600"/>
              <a:buFont typeface="Optimistic"/>
              <a:buNone/>
              <a:defRPr b="1" sz="9600">
                <a:latin typeface="Optimistic"/>
                <a:ea typeface="Optimistic"/>
                <a:cs typeface="Optimistic"/>
                <a:sym typeface="Optimistic"/>
              </a:defRPr>
            </a:lvl6pPr>
            <a:lvl7pPr lvl="6" rtl="0" algn="ctr">
              <a:spcBef>
                <a:spcPts val="0"/>
              </a:spcBef>
              <a:spcAft>
                <a:spcPts val="0"/>
              </a:spcAft>
              <a:buSzPts val="9600"/>
              <a:buFont typeface="Optimistic"/>
              <a:buNone/>
              <a:defRPr b="1" sz="9600">
                <a:latin typeface="Optimistic"/>
                <a:ea typeface="Optimistic"/>
                <a:cs typeface="Optimistic"/>
                <a:sym typeface="Optimistic"/>
              </a:defRPr>
            </a:lvl7pPr>
            <a:lvl8pPr lvl="7" rtl="0" algn="ctr">
              <a:spcBef>
                <a:spcPts val="0"/>
              </a:spcBef>
              <a:spcAft>
                <a:spcPts val="0"/>
              </a:spcAft>
              <a:buSzPts val="9600"/>
              <a:buFont typeface="Optimistic"/>
              <a:buNone/>
              <a:defRPr b="1" sz="9600">
                <a:latin typeface="Optimistic"/>
                <a:ea typeface="Optimistic"/>
                <a:cs typeface="Optimistic"/>
                <a:sym typeface="Optimistic"/>
              </a:defRPr>
            </a:lvl8pPr>
            <a:lvl9pPr lvl="8" rtl="0" algn="ctr">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36" name="Google Shape;136;p20"/>
          <p:cNvSpPr txBox="1"/>
          <p:nvPr>
            <p:ph idx="7" type="subTitle"/>
          </p:nvPr>
        </p:nvSpPr>
        <p:spPr>
          <a:xfrm>
            <a:off x="12536524"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7_Stat (Half)">
  <p:cSld name="TITLE_1_2_2">
    <p:spTree>
      <p:nvGrpSpPr>
        <p:cNvPr id="137" name="Shape 137"/>
        <p:cNvGrpSpPr/>
        <p:nvPr/>
      </p:nvGrpSpPr>
      <p:grpSpPr>
        <a:xfrm>
          <a:off x="0" y="0"/>
          <a:ext cx="0" cy="0"/>
          <a:chOff x="0" y="0"/>
          <a:chExt cx="0" cy="0"/>
        </a:xfrm>
      </p:grpSpPr>
      <p:sp>
        <p:nvSpPr>
          <p:cNvPr id="138" name="Google Shape;138;p21"/>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39" name="Google Shape;139;p21"/>
          <p:cNvSpPr txBox="1"/>
          <p:nvPr>
            <p:ph type="ctrTitle"/>
          </p:nvPr>
        </p:nvSpPr>
        <p:spPr>
          <a:xfrm>
            <a:off x="1527048" y="3383275"/>
            <a:ext cx="7041000" cy="2203800"/>
          </a:xfrm>
          <a:prstGeom prst="rect">
            <a:avLst/>
          </a:prstGeom>
        </p:spPr>
        <p:txBody>
          <a:bodyPr anchorCtr="0" anchor="b" bIns="0" lIns="0" spcFirstLastPara="1" rIns="0" wrap="square" tIns="0">
            <a:noAutofit/>
          </a:bodyPr>
          <a:lstStyle>
            <a:lvl1pPr lvl="0" rtl="0">
              <a:spcBef>
                <a:spcPts val="0"/>
              </a:spcBef>
              <a:spcAft>
                <a:spcPts val="0"/>
              </a:spcAft>
              <a:buSzPts val="14600"/>
              <a:buFont typeface="Optimistic"/>
              <a:buNone/>
              <a:defRPr b="1" sz="14600">
                <a:latin typeface="Optimistic"/>
                <a:ea typeface="Optimistic"/>
                <a:cs typeface="Optimistic"/>
                <a:sym typeface="Optimistic"/>
              </a:defRPr>
            </a:lvl1pPr>
            <a:lvl2pPr lvl="1" rtl="0">
              <a:spcBef>
                <a:spcPts val="0"/>
              </a:spcBef>
              <a:spcAft>
                <a:spcPts val="0"/>
              </a:spcAft>
              <a:buSzPts val="14600"/>
              <a:buFont typeface="Optimistic"/>
              <a:buNone/>
              <a:defRPr b="1" sz="14600">
                <a:latin typeface="Optimistic"/>
                <a:ea typeface="Optimistic"/>
                <a:cs typeface="Optimistic"/>
                <a:sym typeface="Optimistic"/>
              </a:defRPr>
            </a:lvl2pPr>
            <a:lvl3pPr lvl="2" rtl="0">
              <a:spcBef>
                <a:spcPts val="0"/>
              </a:spcBef>
              <a:spcAft>
                <a:spcPts val="0"/>
              </a:spcAft>
              <a:buSzPts val="14600"/>
              <a:buFont typeface="Optimistic"/>
              <a:buNone/>
              <a:defRPr b="1" sz="14600">
                <a:latin typeface="Optimistic"/>
                <a:ea typeface="Optimistic"/>
                <a:cs typeface="Optimistic"/>
                <a:sym typeface="Optimistic"/>
              </a:defRPr>
            </a:lvl3pPr>
            <a:lvl4pPr lvl="3" rtl="0">
              <a:spcBef>
                <a:spcPts val="0"/>
              </a:spcBef>
              <a:spcAft>
                <a:spcPts val="0"/>
              </a:spcAft>
              <a:buSzPts val="14600"/>
              <a:buFont typeface="Optimistic"/>
              <a:buNone/>
              <a:defRPr b="1" sz="14600">
                <a:latin typeface="Optimistic"/>
                <a:ea typeface="Optimistic"/>
                <a:cs typeface="Optimistic"/>
                <a:sym typeface="Optimistic"/>
              </a:defRPr>
            </a:lvl4pPr>
            <a:lvl5pPr lvl="4" rtl="0">
              <a:spcBef>
                <a:spcPts val="0"/>
              </a:spcBef>
              <a:spcAft>
                <a:spcPts val="0"/>
              </a:spcAft>
              <a:buSzPts val="14600"/>
              <a:buFont typeface="Optimistic"/>
              <a:buNone/>
              <a:defRPr b="1" sz="14600">
                <a:latin typeface="Optimistic"/>
                <a:ea typeface="Optimistic"/>
                <a:cs typeface="Optimistic"/>
                <a:sym typeface="Optimistic"/>
              </a:defRPr>
            </a:lvl5pPr>
            <a:lvl6pPr lvl="5" rtl="0">
              <a:spcBef>
                <a:spcPts val="0"/>
              </a:spcBef>
              <a:spcAft>
                <a:spcPts val="0"/>
              </a:spcAft>
              <a:buSzPts val="14600"/>
              <a:buFont typeface="Optimistic"/>
              <a:buNone/>
              <a:defRPr b="1" sz="14600">
                <a:latin typeface="Optimistic"/>
                <a:ea typeface="Optimistic"/>
                <a:cs typeface="Optimistic"/>
                <a:sym typeface="Optimistic"/>
              </a:defRPr>
            </a:lvl6pPr>
            <a:lvl7pPr lvl="6" rtl="0">
              <a:spcBef>
                <a:spcPts val="0"/>
              </a:spcBef>
              <a:spcAft>
                <a:spcPts val="0"/>
              </a:spcAft>
              <a:buSzPts val="14600"/>
              <a:buFont typeface="Optimistic"/>
              <a:buNone/>
              <a:defRPr b="1" sz="14600">
                <a:latin typeface="Optimistic"/>
                <a:ea typeface="Optimistic"/>
                <a:cs typeface="Optimistic"/>
                <a:sym typeface="Optimistic"/>
              </a:defRPr>
            </a:lvl7pPr>
            <a:lvl8pPr lvl="7" rtl="0">
              <a:spcBef>
                <a:spcPts val="0"/>
              </a:spcBef>
              <a:spcAft>
                <a:spcPts val="0"/>
              </a:spcAft>
              <a:buSzPts val="14600"/>
              <a:buFont typeface="Optimistic"/>
              <a:buNone/>
              <a:defRPr b="1" sz="14600">
                <a:latin typeface="Optimistic"/>
                <a:ea typeface="Optimistic"/>
                <a:cs typeface="Optimistic"/>
                <a:sym typeface="Optimistic"/>
              </a:defRPr>
            </a:lvl8pPr>
            <a:lvl9pPr lvl="8" rtl="0">
              <a:spcBef>
                <a:spcPts val="0"/>
              </a:spcBef>
              <a:spcAft>
                <a:spcPts val="0"/>
              </a:spcAft>
              <a:buSzPts val="14600"/>
              <a:buFont typeface="Optimistic"/>
              <a:buNone/>
              <a:defRPr b="1" sz="14600">
                <a:latin typeface="Optimistic"/>
                <a:ea typeface="Optimistic"/>
                <a:cs typeface="Optimistic"/>
                <a:sym typeface="Optimistic"/>
              </a:defRPr>
            </a:lvl9pPr>
          </a:lstStyle>
          <a:p/>
        </p:txBody>
      </p:sp>
      <p:sp>
        <p:nvSpPr>
          <p:cNvPr id="140" name="Google Shape;140;p21"/>
          <p:cNvSpPr txBox="1"/>
          <p:nvPr>
            <p:ph idx="2" type="subTitle"/>
          </p:nvPr>
        </p:nvSpPr>
        <p:spPr>
          <a:xfrm>
            <a:off x="1527098" y="5458973"/>
            <a:ext cx="70410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141" name="Google Shape;141;p21"/>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0_Stats (Half)">
  <p:cSld name="TITLE_1_2">
    <p:spTree>
      <p:nvGrpSpPr>
        <p:cNvPr id="142" name="Shape 142"/>
        <p:cNvGrpSpPr/>
        <p:nvPr/>
      </p:nvGrpSpPr>
      <p:grpSpPr>
        <a:xfrm>
          <a:off x="0" y="0"/>
          <a:ext cx="0" cy="0"/>
          <a:chOff x="0" y="0"/>
          <a:chExt cx="0" cy="0"/>
        </a:xfrm>
      </p:grpSpPr>
      <p:sp>
        <p:nvSpPr>
          <p:cNvPr id="143" name="Google Shape;143;p22"/>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44" name="Google Shape;144;p22"/>
          <p:cNvSpPr txBox="1"/>
          <p:nvPr>
            <p:ph type="ctrTitle"/>
          </p:nvPr>
        </p:nvSpPr>
        <p:spPr>
          <a:xfrm>
            <a:off x="1527048" y="2468875"/>
            <a:ext cx="70410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45" name="Google Shape;145;p22"/>
          <p:cNvSpPr txBox="1"/>
          <p:nvPr>
            <p:ph idx="2" type="subTitle"/>
          </p:nvPr>
        </p:nvSpPr>
        <p:spPr>
          <a:xfrm>
            <a:off x="1527098" y="3970971"/>
            <a:ext cx="70410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146" name="Google Shape;146;p22"/>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147" name="Google Shape;147;p22"/>
          <p:cNvSpPr txBox="1"/>
          <p:nvPr>
            <p:ph idx="4" type="ctrTitle"/>
          </p:nvPr>
        </p:nvSpPr>
        <p:spPr>
          <a:xfrm>
            <a:off x="1527048" y="5361701"/>
            <a:ext cx="70410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48" name="Google Shape;148;p22"/>
          <p:cNvSpPr txBox="1"/>
          <p:nvPr>
            <p:ph idx="5" type="subTitle"/>
          </p:nvPr>
        </p:nvSpPr>
        <p:spPr>
          <a:xfrm>
            <a:off x="1527098" y="6864100"/>
            <a:ext cx="70410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3_Stat (Third)">
  <p:cSld name="TITLE_1_2_2_1">
    <p:spTree>
      <p:nvGrpSpPr>
        <p:cNvPr id="149" name="Shape 149"/>
        <p:cNvGrpSpPr/>
        <p:nvPr/>
      </p:nvGrpSpPr>
      <p:grpSpPr>
        <a:xfrm>
          <a:off x="0" y="0"/>
          <a:ext cx="0" cy="0"/>
          <a:chOff x="0" y="0"/>
          <a:chExt cx="0" cy="0"/>
        </a:xfrm>
      </p:grpSpPr>
      <p:sp>
        <p:nvSpPr>
          <p:cNvPr id="150" name="Google Shape;150;p23"/>
          <p:cNvSpPr txBox="1"/>
          <p:nvPr>
            <p:ph idx="1"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51" name="Google Shape;151;p23"/>
          <p:cNvSpPr txBox="1"/>
          <p:nvPr>
            <p:ph type="ctrTitle"/>
          </p:nvPr>
        </p:nvSpPr>
        <p:spPr>
          <a:xfrm>
            <a:off x="777240" y="3383280"/>
            <a:ext cx="4928700" cy="2203800"/>
          </a:xfrm>
          <a:prstGeom prst="rect">
            <a:avLst/>
          </a:prstGeom>
        </p:spPr>
        <p:txBody>
          <a:bodyPr anchorCtr="0" anchor="b" bIns="0" lIns="0" spcFirstLastPara="1" rIns="0" wrap="square" tIns="0">
            <a:noAutofit/>
          </a:bodyPr>
          <a:lstStyle>
            <a:lvl1pPr lvl="0" rtl="0">
              <a:spcBef>
                <a:spcPts val="0"/>
              </a:spcBef>
              <a:spcAft>
                <a:spcPts val="0"/>
              </a:spcAft>
              <a:buSzPts val="14600"/>
              <a:buFont typeface="Optimistic"/>
              <a:buNone/>
              <a:defRPr b="1" sz="14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52" name="Google Shape;152;p23"/>
          <p:cNvSpPr txBox="1"/>
          <p:nvPr>
            <p:ph idx="2" type="subTitle"/>
          </p:nvPr>
        </p:nvSpPr>
        <p:spPr>
          <a:xfrm>
            <a:off x="777275" y="5458968"/>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153" name="Google Shape;153;p23"/>
          <p:cNvSpPr txBox="1"/>
          <p:nvPr>
            <p:ph idx="3" type="subTitle"/>
          </p:nvPr>
        </p:nvSpPr>
        <p:spPr>
          <a:xfrm>
            <a:off x="429776" y="9442550"/>
            <a:ext cx="55566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6_Stats (Third)">
  <p:cSld name="TITLE_1_2_3">
    <p:spTree>
      <p:nvGrpSpPr>
        <p:cNvPr id="154" name="Shape 154"/>
        <p:cNvGrpSpPr/>
        <p:nvPr/>
      </p:nvGrpSpPr>
      <p:grpSpPr>
        <a:xfrm>
          <a:off x="0" y="0"/>
          <a:ext cx="0" cy="0"/>
          <a:chOff x="0" y="0"/>
          <a:chExt cx="0" cy="0"/>
        </a:xfrm>
      </p:grpSpPr>
      <p:sp>
        <p:nvSpPr>
          <p:cNvPr id="155" name="Google Shape;155;p24"/>
          <p:cNvSpPr txBox="1"/>
          <p:nvPr>
            <p:ph idx="1"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156" name="Google Shape;156;p24"/>
          <p:cNvSpPr txBox="1"/>
          <p:nvPr>
            <p:ph type="ctrTitle"/>
          </p:nvPr>
        </p:nvSpPr>
        <p:spPr>
          <a:xfrm>
            <a:off x="777240" y="2468875"/>
            <a:ext cx="49287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57" name="Google Shape;157;p24"/>
          <p:cNvSpPr txBox="1"/>
          <p:nvPr>
            <p:ph idx="2" type="subTitle"/>
          </p:nvPr>
        </p:nvSpPr>
        <p:spPr>
          <a:xfrm>
            <a:off x="777275" y="3970971"/>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158" name="Google Shape;158;p24"/>
          <p:cNvSpPr txBox="1"/>
          <p:nvPr>
            <p:ph idx="3" type="subTitle"/>
          </p:nvPr>
        </p:nvSpPr>
        <p:spPr>
          <a:xfrm>
            <a:off x="429776" y="9442550"/>
            <a:ext cx="55566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159" name="Google Shape;159;p24"/>
          <p:cNvSpPr txBox="1"/>
          <p:nvPr>
            <p:ph idx="4" type="ctrTitle"/>
          </p:nvPr>
        </p:nvSpPr>
        <p:spPr>
          <a:xfrm>
            <a:off x="777240" y="5361701"/>
            <a:ext cx="49287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160" name="Google Shape;160;p24"/>
          <p:cNvSpPr txBox="1"/>
          <p:nvPr>
            <p:ph idx="5" type="subTitle"/>
          </p:nvPr>
        </p:nvSpPr>
        <p:spPr>
          <a:xfrm>
            <a:off x="777275" y="6864100"/>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9_End Card_White">
  <p:cSld name="SECTION_HEADER_2_1_2_3_1">
    <p:spTree>
      <p:nvGrpSpPr>
        <p:cNvPr id="161" name="Shape 161"/>
        <p:cNvGrpSpPr/>
        <p:nvPr/>
      </p:nvGrpSpPr>
      <p:grpSpPr>
        <a:xfrm>
          <a:off x="0" y="0"/>
          <a:ext cx="0" cy="0"/>
          <a:chOff x="0" y="0"/>
          <a:chExt cx="0" cy="0"/>
        </a:xfrm>
      </p:grpSpPr>
      <p:pic>
        <p:nvPicPr>
          <p:cNvPr id="162" name="Google Shape;162;p25"/>
          <p:cNvPicPr preferRelativeResize="0"/>
          <p:nvPr/>
        </p:nvPicPr>
        <p:blipFill>
          <a:blip r:embed="rId2">
            <a:alphaModFix/>
          </a:blip>
          <a:stretch>
            <a:fillRect/>
          </a:stretch>
        </p:blipFill>
        <p:spPr>
          <a:xfrm>
            <a:off x="5541350" y="3591975"/>
            <a:ext cx="7205299" cy="310305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9_End Card_Grey">
  <p:cSld name="SECTION_HEADER_2_1_2_3_1_4">
    <p:bg>
      <p:bgPr>
        <a:solidFill>
          <a:schemeClr val="accent3"/>
        </a:solidFill>
      </p:bgPr>
    </p:bg>
    <p:spTree>
      <p:nvGrpSpPr>
        <p:cNvPr id="163" name="Shape 163"/>
        <p:cNvGrpSpPr/>
        <p:nvPr/>
      </p:nvGrpSpPr>
      <p:grpSpPr>
        <a:xfrm>
          <a:off x="0" y="0"/>
          <a:ext cx="0" cy="0"/>
          <a:chOff x="0" y="0"/>
          <a:chExt cx="0" cy="0"/>
        </a:xfrm>
      </p:grpSpPr>
      <p:pic>
        <p:nvPicPr>
          <p:cNvPr id="164" name="Google Shape;164;p26"/>
          <p:cNvPicPr preferRelativeResize="0"/>
          <p:nvPr/>
        </p:nvPicPr>
        <p:blipFill>
          <a:blip r:embed="rId2">
            <a:alphaModFix/>
          </a:blip>
          <a:stretch>
            <a:fillRect/>
          </a:stretch>
        </p:blipFill>
        <p:spPr>
          <a:xfrm>
            <a:off x="5541350" y="3591975"/>
            <a:ext cx="7205299" cy="31030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2_End Card_Black">
  <p:cSld name="SECTION_HEADER_2_1_2_3_1_3">
    <p:bg>
      <p:bgPr>
        <a:solidFill>
          <a:schemeClr val="dk1"/>
        </a:solidFill>
      </p:bgPr>
    </p:bg>
    <p:spTree>
      <p:nvGrpSpPr>
        <p:cNvPr id="165" name="Shape 165"/>
        <p:cNvGrpSpPr/>
        <p:nvPr/>
      </p:nvGrpSpPr>
      <p:grpSpPr>
        <a:xfrm>
          <a:off x="0" y="0"/>
          <a:ext cx="0" cy="0"/>
          <a:chOff x="0" y="0"/>
          <a:chExt cx="0" cy="0"/>
        </a:xfrm>
      </p:grpSpPr>
      <p:pic>
        <p:nvPicPr>
          <p:cNvPr id="166" name="Google Shape;166;p27"/>
          <p:cNvPicPr preferRelativeResize="0"/>
          <p:nvPr/>
        </p:nvPicPr>
        <p:blipFill>
          <a:blip r:embed="rId2">
            <a:alphaModFix/>
          </a:blip>
          <a:stretch>
            <a:fillRect/>
          </a:stretch>
        </p:blipFill>
        <p:spPr>
          <a:xfrm>
            <a:off x="5541263" y="3586925"/>
            <a:ext cx="7205473" cy="3113134"/>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2_End Card_Gradient_Dark">
  <p:cSld name="SECTION_HEADER_2_1_2_3_1_3_2">
    <p:bg>
      <p:bgPr>
        <a:blipFill>
          <a:blip r:embed="rId2">
            <a:alphaModFix/>
          </a:blip>
          <a:stretch>
            <a:fillRect/>
          </a:stretch>
        </a:blipFill>
      </p:bgPr>
    </p:bg>
    <p:spTree>
      <p:nvGrpSpPr>
        <p:cNvPr id="167" name="Shape 167"/>
        <p:cNvGrpSpPr/>
        <p:nvPr/>
      </p:nvGrpSpPr>
      <p:grpSpPr>
        <a:xfrm>
          <a:off x="0" y="0"/>
          <a:ext cx="0" cy="0"/>
          <a:chOff x="0" y="0"/>
          <a:chExt cx="0" cy="0"/>
        </a:xfrm>
      </p:grpSpPr>
      <p:pic>
        <p:nvPicPr>
          <p:cNvPr id="168" name="Google Shape;168;p28"/>
          <p:cNvPicPr preferRelativeResize="0"/>
          <p:nvPr/>
        </p:nvPicPr>
        <p:blipFill>
          <a:blip r:embed="rId3">
            <a:alphaModFix/>
          </a:blip>
          <a:stretch>
            <a:fillRect/>
          </a:stretch>
        </p:blipFill>
        <p:spPr>
          <a:xfrm>
            <a:off x="5541263" y="3586925"/>
            <a:ext cx="7205473" cy="311313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2_End Card_Gradient_Dark_Saturated">
  <p:cSld name="SECTION_HEADER_2_1_2_3_1_3_2_1">
    <p:bg>
      <p:bgPr>
        <a:blipFill>
          <a:blip r:embed="rId2">
            <a:alphaModFix/>
          </a:blip>
          <a:stretch>
            <a:fillRect/>
          </a:stretch>
        </a:blipFill>
      </p:bgPr>
    </p:bg>
    <p:spTree>
      <p:nvGrpSpPr>
        <p:cNvPr id="169" name="Shape 169"/>
        <p:cNvGrpSpPr/>
        <p:nvPr/>
      </p:nvGrpSpPr>
      <p:grpSpPr>
        <a:xfrm>
          <a:off x="0" y="0"/>
          <a:ext cx="0" cy="0"/>
          <a:chOff x="0" y="0"/>
          <a:chExt cx="0" cy="0"/>
        </a:xfrm>
      </p:grpSpPr>
      <p:pic>
        <p:nvPicPr>
          <p:cNvPr id="170" name="Google Shape;170;p29" title="Meta_Lockup_MonoWhite_RGB.png"/>
          <p:cNvPicPr preferRelativeResize="0"/>
          <p:nvPr/>
        </p:nvPicPr>
        <p:blipFill rotWithShape="1">
          <a:blip r:embed="rId3">
            <a:alphaModFix/>
          </a:blip>
          <a:srcRect b="0" l="159" r="159" t="0"/>
          <a:stretch/>
        </p:blipFill>
        <p:spPr>
          <a:xfrm>
            <a:off x="5541263" y="3586925"/>
            <a:ext cx="7205473" cy="311313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2_End Card_Gradient_Light_Saturated">
  <p:cSld name="SECTION_HEADER_2_1_2_3_1_3_2_1_1">
    <p:bg>
      <p:bgPr>
        <a:blipFill>
          <a:blip r:embed="rId2">
            <a:alphaModFix/>
          </a:blip>
          <a:stretch>
            <a:fillRect/>
          </a:stretch>
        </a:blipFill>
      </p:bgPr>
    </p:bg>
    <p:spTree>
      <p:nvGrpSpPr>
        <p:cNvPr id="171" name="Shape 171"/>
        <p:cNvGrpSpPr/>
        <p:nvPr/>
      </p:nvGrpSpPr>
      <p:grpSpPr>
        <a:xfrm>
          <a:off x="0" y="0"/>
          <a:ext cx="0" cy="0"/>
          <a:chOff x="0" y="0"/>
          <a:chExt cx="0" cy="0"/>
        </a:xfrm>
      </p:grpSpPr>
      <p:pic>
        <p:nvPicPr>
          <p:cNvPr id="172" name="Google Shape;172;p30" title="Meta_Lockup_MonoWhite_RGB.png"/>
          <p:cNvPicPr preferRelativeResize="0"/>
          <p:nvPr/>
        </p:nvPicPr>
        <p:blipFill rotWithShape="1">
          <a:blip r:embed="rId3">
            <a:alphaModFix/>
          </a:blip>
          <a:srcRect b="0" l="159" r="159" t="0"/>
          <a:stretch/>
        </p:blipFill>
        <p:spPr>
          <a:xfrm>
            <a:off x="5541263" y="3586925"/>
            <a:ext cx="7205473" cy="3113134"/>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2_End Card_Gradient_Light">
  <p:cSld name="SECTION_HEADER_2_1_2_3_1_3_1">
    <p:bg>
      <p:bgPr>
        <a:blipFill>
          <a:blip r:embed="rId2">
            <a:alphaModFix/>
          </a:blip>
          <a:stretch>
            <a:fillRect/>
          </a:stretch>
        </a:blipFill>
      </p:bgPr>
    </p:bg>
    <p:spTree>
      <p:nvGrpSpPr>
        <p:cNvPr id="173" name="Shape 173"/>
        <p:cNvGrpSpPr/>
        <p:nvPr/>
      </p:nvGrpSpPr>
      <p:grpSpPr>
        <a:xfrm>
          <a:off x="0" y="0"/>
          <a:ext cx="0" cy="0"/>
          <a:chOff x="0" y="0"/>
          <a:chExt cx="0" cy="0"/>
        </a:xfrm>
      </p:grpSpPr>
      <p:pic>
        <p:nvPicPr>
          <p:cNvPr id="174" name="Google Shape;174;p31"/>
          <p:cNvPicPr preferRelativeResize="0"/>
          <p:nvPr/>
        </p:nvPicPr>
        <p:blipFill>
          <a:blip r:embed="rId3">
            <a:alphaModFix/>
          </a:blip>
          <a:stretch>
            <a:fillRect/>
          </a:stretch>
        </p:blipFill>
        <p:spPr>
          <a:xfrm>
            <a:off x="5541350" y="3591975"/>
            <a:ext cx="7205299" cy="310305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Grey">
  <p:cSld name="CUSTOM_2">
    <p:bg>
      <p:bgPr>
        <a:solidFill>
          <a:schemeClr val="accent3"/>
        </a:solidFill>
      </p:bgPr>
    </p:bg>
    <p:spTree>
      <p:nvGrpSpPr>
        <p:cNvPr id="175" name="Shape 175"/>
        <p:cNvGrpSpPr/>
        <p:nvPr/>
      </p:nvGrpSpPr>
      <p:grpSpPr>
        <a:xfrm>
          <a:off x="0" y="0"/>
          <a:ext cx="0" cy="0"/>
          <a:chOff x="0" y="0"/>
          <a:chExt cx="0" cy="0"/>
        </a:xfrm>
      </p:grpSpPr>
      <p:pic>
        <p:nvPicPr>
          <p:cNvPr id="176" name="Google Shape;176;p32"/>
          <p:cNvPicPr preferRelativeResize="0"/>
          <p:nvPr/>
        </p:nvPicPr>
        <p:blipFill>
          <a:blip r:embed="rId2">
            <a:alphaModFix/>
          </a:blip>
          <a:stretch>
            <a:fillRect/>
          </a:stretch>
        </p:blipFill>
        <p:spPr>
          <a:xfrm>
            <a:off x="15429662" y="8815400"/>
            <a:ext cx="2439250" cy="1050499"/>
          </a:xfrm>
          <a:prstGeom prst="rect">
            <a:avLst/>
          </a:prstGeom>
          <a:noFill/>
          <a:ln>
            <a:noFill/>
          </a:ln>
        </p:spPr>
      </p:pic>
      <p:sp>
        <p:nvSpPr>
          <p:cNvPr id="177" name="Google Shape;177;p32"/>
          <p:cNvSpPr txBox="1"/>
          <p:nvPr>
            <p:ph idx="1" type="subTitle"/>
          </p:nvPr>
        </p:nvSpPr>
        <p:spPr>
          <a:xfrm>
            <a:off x="790575"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lvl1pPr>
            <a:lvl2pPr lvl="1">
              <a:lnSpc>
                <a:spcPct val="125000"/>
              </a:lnSpc>
              <a:spcBef>
                <a:spcPts val="0"/>
              </a:spcBef>
              <a:spcAft>
                <a:spcPts val="0"/>
              </a:spcAft>
              <a:buNone/>
              <a:defRPr b="0" sz="1800"/>
            </a:lvl2pPr>
            <a:lvl3pPr lvl="2">
              <a:lnSpc>
                <a:spcPct val="125000"/>
              </a:lnSpc>
              <a:spcBef>
                <a:spcPts val="0"/>
              </a:spcBef>
              <a:spcAft>
                <a:spcPts val="0"/>
              </a:spcAft>
              <a:buNone/>
              <a:defRPr b="0" sz="1800"/>
            </a:lvl3pPr>
            <a:lvl4pPr lvl="3">
              <a:lnSpc>
                <a:spcPct val="125000"/>
              </a:lnSpc>
              <a:spcBef>
                <a:spcPts val="0"/>
              </a:spcBef>
              <a:spcAft>
                <a:spcPts val="0"/>
              </a:spcAft>
              <a:buNone/>
              <a:defRPr b="0" sz="1800"/>
            </a:lvl4pPr>
            <a:lvl5pPr lvl="4">
              <a:lnSpc>
                <a:spcPct val="125000"/>
              </a:lnSpc>
              <a:spcBef>
                <a:spcPts val="0"/>
              </a:spcBef>
              <a:spcAft>
                <a:spcPts val="0"/>
              </a:spcAft>
              <a:buNone/>
              <a:defRPr b="0" sz="1800"/>
            </a:lvl5pPr>
            <a:lvl6pPr lvl="5">
              <a:lnSpc>
                <a:spcPct val="125000"/>
              </a:lnSpc>
              <a:spcBef>
                <a:spcPts val="0"/>
              </a:spcBef>
              <a:spcAft>
                <a:spcPts val="0"/>
              </a:spcAft>
              <a:buNone/>
              <a:defRPr b="0" sz="1800"/>
            </a:lvl6pPr>
            <a:lvl7pPr lvl="6">
              <a:lnSpc>
                <a:spcPct val="125000"/>
              </a:lnSpc>
              <a:spcBef>
                <a:spcPts val="0"/>
              </a:spcBef>
              <a:spcAft>
                <a:spcPts val="0"/>
              </a:spcAft>
              <a:buNone/>
              <a:defRPr b="0" sz="1800"/>
            </a:lvl7pPr>
            <a:lvl8pPr lvl="7">
              <a:lnSpc>
                <a:spcPct val="125000"/>
              </a:lnSpc>
              <a:spcBef>
                <a:spcPts val="0"/>
              </a:spcBef>
              <a:spcAft>
                <a:spcPts val="0"/>
              </a:spcAft>
              <a:buNone/>
              <a:defRPr b="0" sz="1800"/>
            </a:lvl8pPr>
            <a:lvl9pPr lvl="8">
              <a:lnSpc>
                <a:spcPct val="125000"/>
              </a:lnSpc>
              <a:spcBef>
                <a:spcPts val="0"/>
              </a:spcBef>
              <a:spcAft>
                <a:spcPts val="0"/>
              </a:spcAft>
              <a:buNone/>
              <a:defRPr b="0" sz="1800"/>
            </a:lvl9pPr>
          </a:lstStyle>
          <a:p/>
        </p:txBody>
      </p:sp>
      <p:sp>
        <p:nvSpPr>
          <p:cNvPr id="178" name="Google Shape;178;p32"/>
          <p:cNvSpPr txBox="1"/>
          <p:nvPr>
            <p:ph idx="2" type="subTitle"/>
          </p:nvPr>
        </p:nvSpPr>
        <p:spPr>
          <a:xfrm>
            <a:off x="4317213"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lvl1pPr>
            <a:lvl2pPr lvl="1">
              <a:lnSpc>
                <a:spcPct val="125000"/>
              </a:lnSpc>
              <a:spcBef>
                <a:spcPts val="0"/>
              </a:spcBef>
              <a:spcAft>
                <a:spcPts val="0"/>
              </a:spcAft>
              <a:buNone/>
              <a:defRPr b="0" sz="1800"/>
            </a:lvl2pPr>
            <a:lvl3pPr lvl="2">
              <a:lnSpc>
                <a:spcPct val="125000"/>
              </a:lnSpc>
              <a:spcBef>
                <a:spcPts val="0"/>
              </a:spcBef>
              <a:spcAft>
                <a:spcPts val="0"/>
              </a:spcAft>
              <a:buNone/>
              <a:defRPr b="0" sz="1800"/>
            </a:lvl3pPr>
            <a:lvl4pPr lvl="3">
              <a:lnSpc>
                <a:spcPct val="125000"/>
              </a:lnSpc>
              <a:spcBef>
                <a:spcPts val="0"/>
              </a:spcBef>
              <a:spcAft>
                <a:spcPts val="0"/>
              </a:spcAft>
              <a:buNone/>
              <a:defRPr b="0" sz="1800"/>
            </a:lvl4pPr>
            <a:lvl5pPr lvl="4">
              <a:lnSpc>
                <a:spcPct val="125000"/>
              </a:lnSpc>
              <a:spcBef>
                <a:spcPts val="0"/>
              </a:spcBef>
              <a:spcAft>
                <a:spcPts val="0"/>
              </a:spcAft>
              <a:buNone/>
              <a:defRPr b="0" sz="1800"/>
            </a:lvl5pPr>
            <a:lvl6pPr lvl="5">
              <a:lnSpc>
                <a:spcPct val="125000"/>
              </a:lnSpc>
              <a:spcBef>
                <a:spcPts val="0"/>
              </a:spcBef>
              <a:spcAft>
                <a:spcPts val="0"/>
              </a:spcAft>
              <a:buNone/>
              <a:defRPr b="0" sz="1800"/>
            </a:lvl6pPr>
            <a:lvl7pPr lvl="6">
              <a:lnSpc>
                <a:spcPct val="125000"/>
              </a:lnSpc>
              <a:spcBef>
                <a:spcPts val="0"/>
              </a:spcBef>
              <a:spcAft>
                <a:spcPts val="0"/>
              </a:spcAft>
              <a:buNone/>
              <a:defRPr b="0" sz="1800"/>
            </a:lvl7pPr>
            <a:lvl8pPr lvl="7">
              <a:lnSpc>
                <a:spcPct val="125000"/>
              </a:lnSpc>
              <a:spcBef>
                <a:spcPts val="0"/>
              </a:spcBef>
              <a:spcAft>
                <a:spcPts val="0"/>
              </a:spcAft>
              <a:buNone/>
              <a:defRPr b="0" sz="1800"/>
            </a:lvl8pPr>
            <a:lvl9pPr lvl="8">
              <a:lnSpc>
                <a:spcPct val="125000"/>
              </a:lnSpc>
              <a:spcBef>
                <a:spcPts val="0"/>
              </a:spcBef>
              <a:spcAft>
                <a:spcPts val="0"/>
              </a:spcAft>
              <a:buNone/>
              <a:defRPr b="0" sz="1800"/>
            </a:lvl9pPr>
          </a:lstStyle>
          <a:p/>
        </p:txBody>
      </p:sp>
      <p:sp>
        <p:nvSpPr>
          <p:cNvPr id="179" name="Google Shape;179;p32"/>
          <p:cNvSpPr txBox="1"/>
          <p:nvPr>
            <p:ph idx="3" type="subTitle"/>
          </p:nvPr>
        </p:nvSpPr>
        <p:spPr>
          <a:xfrm>
            <a:off x="7843850"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lvl1pPr>
            <a:lvl2pPr lvl="1">
              <a:lnSpc>
                <a:spcPct val="125000"/>
              </a:lnSpc>
              <a:spcBef>
                <a:spcPts val="0"/>
              </a:spcBef>
              <a:spcAft>
                <a:spcPts val="0"/>
              </a:spcAft>
              <a:buNone/>
              <a:defRPr b="0" sz="1800"/>
            </a:lvl2pPr>
            <a:lvl3pPr lvl="2">
              <a:lnSpc>
                <a:spcPct val="125000"/>
              </a:lnSpc>
              <a:spcBef>
                <a:spcPts val="0"/>
              </a:spcBef>
              <a:spcAft>
                <a:spcPts val="0"/>
              </a:spcAft>
              <a:buNone/>
              <a:defRPr b="0" sz="1800"/>
            </a:lvl3pPr>
            <a:lvl4pPr lvl="3">
              <a:lnSpc>
                <a:spcPct val="125000"/>
              </a:lnSpc>
              <a:spcBef>
                <a:spcPts val="0"/>
              </a:spcBef>
              <a:spcAft>
                <a:spcPts val="0"/>
              </a:spcAft>
              <a:buNone/>
              <a:defRPr b="0" sz="1800"/>
            </a:lvl4pPr>
            <a:lvl5pPr lvl="4">
              <a:lnSpc>
                <a:spcPct val="125000"/>
              </a:lnSpc>
              <a:spcBef>
                <a:spcPts val="0"/>
              </a:spcBef>
              <a:spcAft>
                <a:spcPts val="0"/>
              </a:spcAft>
              <a:buNone/>
              <a:defRPr b="0" sz="1800"/>
            </a:lvl5pPr>
            <a:lvl6pPr lvl="5">
              <a:lnSpc>
                <a:spcPct val="125000"/>
              </a:lnSpc>
              <a:spcBef>
                <a:spcPts val="0"/>
              </a:spcBef>
              <a:spcAft>
                <a:spcPts val="0"/>
              </a:spcAft>
              <a:buNone/>
              <a:defRPr b="0" sz="1800"/>
            </a:lvl6pPr>
            <a:lvl7pPr lvl="6">
              <a:lnSpc>
                <a:spcPct val="125000"/>
              </a:lnSpc>
              <a:spcBef>
                <a:spcPts val="0"/>
              </a:spcBef>
              <a:spcAft>
                <a:spcPts val="0"/>
              </a:spcAft>
              <a:buNone/>
              <a:defRPr b="0" sz="1800"/>
            </a:lvl7pPr>
            <a:lvl8pPr lvl="7">
              <a:lnSpc>
                <a:spcPct val="125000"/>
              </a:lnSpc>
              <a:spcBef>
                <a:spcPts val="0"/>
              </a:spcBef>
              <a:spcAft>
                <a:spcPts val="0"/>
              </a:spcAft>
              <a:buNone/>
              <a:defRPr b="0" sz="1800"/>
            </a:lvl8pPr>
            <a:lvl9pPr lvl="8">
              <a:lnSpc>
                <a:spcPct val="125000"/>
              </a:lnSpc>
              <a:spcBef>
                <a:spcPts val="0"/>
              </a:spcBef>
              <a:spcAft>
                <a:spcPts val="0"/>
              </a:spcAft>
              <a:buNone/>
              <a:defRPr b="0" sz="1800"/>
            </a:lvl9pPr>
          </a:lstStyle>
          <a:p/>
        </p:txBody>
      </p:sp>
      <p:sp>
        <p:nvSpPr>
          <p:cNvPr id="180" name="Google Shape;180;p32"/>
          <p:cNvSpPr txBox="1"/>
          <p:nvPr>
            <p:ph type="ctrTitle"/>
          </p:nvPr>
        </p:nvSpPr>
        <p:spPr>
          <a:xfrm>
            <a:off x="790575" y="3849624"/>
            <a:ext cx="11964900" cy="1710000"/>
          </a:xfrm>
          <a:prstGeom prst="rect">
            <a:avLst/>
          </a:prstGeom>
        </p:spPr>
        <p:txBody>
          <a:bodyPr anchorCtr="0" anchor="b" bIns="0" lIns="0" spcFirstLastPara="1" rIns="0" wrap="square" tIns="0">
            <a:noAutofit/>
          </a:bodyPr>
          <a:lstStyle>
            <a:lvl1pPr lvl="0">
              <a:spcBef>
                <a:spcPts val="0"/>
              </a:spcBef>
              <a:spcAft>
                <a:spcPts val="0"/>
              </a:spcAft>
              <a:buSzPts val="7200"/>
              <a:buNone/>
              <a:defRPr sz="72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81" name="Google Shape;181;p32"/>
          <p:cNvSpPr txBox="1"/>
          <p:nvPr>
            <p:ph idx="4" type="subTitle"/>
          </p:nvPr>
        </p:nvSpPr>
        <p:spPr>
          <a:xfrm>
            <a:off x="790575" y="6153912"/>
            <a:ext cx="11964900" cy="347400"/>
          </a:xfrm>
          <a:prstGeom prst="rect">
            <a:avLst/>
          </a:prstGeom>
        </p:spPr>
        <p:txBody>
          <a:bodyPr anchorCtr="0" anchor="t" bIns="0" lIns="0" spcFirstLastPara="1" rIns="0" wrap="square" tIns="0">
            <a:noAutofit/>
          </a:bodyPr>
          <a:lstStyle>
            <a:lvl1pPr indent="0" lvl="0" marL="0" marR="0" algn="l">
              <a:lnSpc>
                <a:spcPct val="125000"/>
              </a:lnSpc>
              <a:spcBef>
                <a:spcPts val="0"/>
              </a:spcBef>
              <a:spcAft>
                <a:spcPts val="0"/>
              </a:spcAft>
              <a:buNone/>
              <a:defRPr sz="1800"/>
            </a:lvl1pPr>
            <a:lvl2pPr lvl="1">
              <a:lnSpc>
                <a:spcPct val="125000"/>
              </a:lnSpc>
              <a:spcBef>
                <a:spcPts val="0"/>
              </a:spcBef>
              <a:spcAft>
                <a:spcPts val="0"/>
              </a:spcAft>
              <a:buNone/>
              <a:defRPr sz="1800"/>
            </a:lvl2pPr>
            <a:lvl3pPr lvl="2">
              <a:lnSpc>
                <a:spcPct val="125000"/>
              </a:lnSpc>
              <a:spcBef>
                <a:spcPts val="0"/>
              </a:spcBef>
              <a:spcAft>
                <a:spcPts val="0"/>
              </a:spcAft>
              <a:buNone/>
              <a:defRPr sz="1800"/>
            </a:lvl3pPr>
            <a:lvl4pPr lvl="3">
              <a:lnSpc>
                <a:spcPct val="125000"/>
              </a:lnSpc>
              <a:spcBef>
                <a:spcPts val="0"/>
              </a:spcBef>
              <a:spcAft>
                <a:spcPts val="0"/>
              </a:spcAft>
              <a:buNone/>
              <a:defRPr sz="1800"/>
            </a:lvl4pPr>
            <a:lvl5pPr lvl="4">
              <a:lnSpc>
                <a:spcPct val="125000"/>
              </a:lnSpc>
              <a:spcBef>
                <a:spcPts val="0"/>
              </a:spcBef>
              <a:spcAft>
                <a:spcPts val="0"/>
              </a:spcAft>
              <a:buNone/>
              <a:defRPr sz="1800"/>
            </a:lvl5pPr>
            <a:lvl6pPr lvl="5">
              <a:lnSpc>
                <a:spcPct val="125000"/>
              </a:lnSpc>
              <a:spcBef>
                <a:spcPts val="0"/>
              </a:spcBef>
              <a:spcAft>
                <a:spcPts val="0"/>
              </a:spcAft>
              <a:buNone/>
              <a:defRPr sz="1800"/>
            </a:lvl6pPr>
            <a:lvl7pPr lvl="6">
              <a:lnSpc>
                <a:spcPct val="125000"/>
              </a:lnSpc>
              <a:spcBef>
                <a:spcPts val="0"/>
              </a:spcBef>
              <a:spcAft>
                <a:spcPts val="0"/>
              </a:spcAft>
              <a:buNone/>
              <a:defRPr sz="1800"/>
            </a:lvl7pPr>
            <a:lvl8pPr lvl="7">
              <a:lnSpc>
                <a:spcPct val="125000"/>
              </a:lnSpc>
              <a:spcBef>
                <a:spcPts val="0"/>
              </a:spcBef>
              <a:spcAft>
                <a:spcPts val="0"/>
              </a:spcAft>
              <a:buNone/>
              <a:defRPr sz="1800"/>
            </a:lvl8pPr>
            <a:lvl9pPr lvl="8">
              <a:lnSpc>
                <a:spcPct val="125000"/>
              </a:lnSpc>
              <a:spcBef>
                <a:spcPts val="0"/>
              </a:spcBef>
              <a:spcAft>
                <a:spcPts val="0"/>
              </a:spcAft>
              <a:buNone/>
              <a:defRPr sz="18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2_Title 1_Black">
  <p:cSld name="TITLE_2_2">
    <p:bg>
      <p:bgPr>
        <a:solidFill>
          <a:schemeClr val="dk1"/>
        </a:solidFill>
      </p:bgPr>
    </p:bg>
    <p:spTree>
      <p:nvGrpSpPr>
        <p:cNvPr id="182" name="Shape 182"/>
        <p:cNvGrpSpPr/>
        <p:nvPr/>
      </p:nvGrpSpPr>
      <p:grpSpPr>
        <a:xfrm>
          <a:off x="0" y="0"/>
          <a:ext cx="0" cy="0"/>
          <a:chOff x="0" y="0"/>
          <a:chExt cx="0" cy="0"/>
        </a:xfrm>
      </p:grpSpPr>
      <p:pic>
        <p:nvPicPr>
          <p:cNvPr id="183" name="Google Shape;183;p33"/>
          <p:cNvPicPr preferRelativeResize="0"/>
          <p:nvPr/>
        </p:nvPicPr>
        <p:blipFill>
          <a:blip r:embed="rId2">
            <a:alphaModFix/>
          </a:blip>
          <a:stretch>
            <a:fillRect/>
          </a:stretch>
        </p:blipFill>
        <p:spPr>
          <a:xfrm>
            <a:off x="15425928" y="8814816"/>
            <a:ext cx="2441446" cy="1049823"/>
          </a:xfrm>
          <a:prstGeom prst="rect">
            <a:avLst/>
          </a:prstGeom>
          <a:noFill/>
          <a:ln>
            <a:noFill/>
          </a:ln>
        </p:spPr>
      </p:pic>
      <p:sp>
        <p:nvSpPr>
          <p:cNvPr id="184" name="Google Shape;184;p33"/>
          <p:cNvSpPr txBox="1"/>
          <p:nvPr>
            <p:ph idx="1" type="subTitle"/>
          </p:nvPr>
        </p:nvSpPr>
        <p:spPr>
          <a:xfrm>
            <a:off x="790575"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185" name="Google Shape;185;p33"/>
          <p:cNvSpPr txBox="1"/>
          <p:nvPr>
            <p:ph idx="2" type="subTitle"/>
          </p:nvPr>
        </p:nvSpPr>
        <p:spPr>
          <a:xfrm>
            <a:off x="4317213"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186" name="Google Shape;186;p33"/>
          <p:cNvSpPr txBox="1"/>
          <p:nvPr>
            <p:ph idx="3" type="subTitle"/>
          </p:nvPr>
        </p:nvSpPr>
        <p:spPr>
          <a:xfrm>
            <a:off x="7843850"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187" name="Google Shape;187;p33"/>
          <p:cNvSpPr txBox="1"/>
          <p:nvPr>
            <p:ph type="ctrTitle"/>
          </p:nvPr>
        </p:nvSpPr>
        <p:spPr>
          <a:xfrm>
            <a:off x="790575" y="3849624"/>
            <a:ext cx="11964900" cy="1710000"/>
          </a:xfrm>
          <a:prstGeom prst="rect">
            <a:avLst/>
          </a:prstGeom>
        </p:spPr>
        <p:txBody>
          <a:bodyPr anchorCtr="0" anchor="b" bIns="0" lIns="0" spcFirstLastPara="1" rIns="0" wrap="square" tIns="0">
            <a:noAutofit/>
          </a:bodyPr>
          <a:lstStyle>
            <a:lvl1pPr lvl="0">
              <a:spcBef>
                <a:spcPts val="0"/>
              </a:spcBef>
              <a:spcAft>
                <a:spcPts val="0"/>
              </a:spcAft>
              <a:buClr>
                <a:schemeClr val="accent4"/>
              </a:buClr>
              <a:buSzPts val="7200"/>
              <a:buNone/>
              <a:defRPr sz="7200">
                <a:solidFill>
                  <a:schemeClr val="accent4"/>
                </a:solidFill>
              </a:defRPr>
            </a:lvl1pPr>
            <a:lvl2pPr lvl="1">
              <a:spcBef>
                <a:spcPts val="0"/>
              </a:spcBef>
              <a:spcAft>
                <a:spcPts val="0"/>
              </a:spcAft>
              <a:buClr>
                <a:schemeClr val="accent4"/>
              </a:buClr>
              <a:buSzPts val="5600"/>
              <a:buNone/>
              <a:defRPr>
                <a:solidFill>
                  <a:schemeClr val="accent4"/>
                </a:solidFill>
              </a:defRPr>
            </a:lvl2pPr>
            <a:lvl3pPr lvl="2">
              <a:spcBef>
                <a:spcPts val="0"/>
              </a:spcBef>
              <a:spcAft>
                <a:spcPts val="0"/>
              </a:spcAft>
              <a:buClr>
                <a:schemeClr val="accent4"/>
              </a:buClr>
              <a:buSzPts val="5600"/>
              <a:buNone/>
              <a:defRPr>
                <a:solidFill>
                  <a:schemeClr val="accent4"/>
                </a:solidFill>
              </a:defRPr>
            </a:lvl3pPr>
            <a:lvl4pPr lvl="3">
              <a:spcBef>
                <a:spcPts val="0"/>
              </a:spcBef>
              <a:spcAft>
                <a:spcPts val="0"/>
              </a:spcAft>
              <a:buClr>
                <a:schemeClr val="accent4"/>
              </a:buClr>
              <a:buSzPts val="5600"/>
              <a:buNone/>
              <a:defRPr>
                <a:solidFill>
                  <a:schemeClr val="accent4"/>
                </a:solidFill>
              </a:defRPr>
            </a:lvl4pPr>
            <a:lvl5pPr lvl="4">
              <a:spcBef>
                <a:spcPts val="0"/>
              </a:spcBef>
              <a:spcAft>
                <a:spcPts val="0"/>
              </a:spcAft>
              <a:buClr>
                <a:schemeClr val="accent4"/>
              </a:buClr>
              <a:buSzPts val="5600"/>
              <a:buNone/>
              <a:defRPr>
                <a:solidFill>
                  <a:schemeClr val="accent4"/>
                </a:solidFill>
              </a:defRPr>
            </a:lvl5pPr>
            <a:lvl6pPr lvl="5">
              <a:spcBef>
                <a:spcPts val="0"/>
              </a:spcBef>
              <a:spcAft>
                <a:spcPts val="0"/>
              </a:spcAft>
              <a:buClr>
                <a:schemeClr val="accent4"/>
              </a:buClr>
              <a:buSzPts val="5600"/>
              <a:buNone/>
              <a:defRPr>
                <a:solidFill>
                  <a:schemeClr val="accent4"/>
                </a:solidFill>
              </a:defRPr>
            </a:lvl6pPr>
            <a:lvl7pPr lvl="6">
              <a:spcBef>
                <a:spcPts val="0"/>
              </a:spcBef>
              <a:spcAft>
                <a:spcPts val="0"/>
              </a:spcAft>
              <a:buClr>
                <a:schemeClr val="accent4"/>
              </a:buClr>
              <a:buSzPts val="5600"/>
              <a:buNone/>
              <a:defRPr>
                <a:solidFill>
                  <a:schemeClr val="accent4"/>
                </a:solidFill>
              </a:defRPr>
            </a:lvl7pPr>
            <a:lvl8pPr lvl="7">
              <a:spcBef>
                <a:spcPts val="0"/>
              </a:spcBef>
              <a:spcAft>
                <a:spcPts val="0"/>
              </a:spcAft>
              <a:buClr>
                <a:schemeClr val="accent4"/>
              </a:buClr>
              <a:buSzPts val="5600"/>
              <a:buNone/>
              <a:defRPr>
                <a:solidFill>
                  <a:schemeClr val="accent4"/>
                </a:solidFill>
              </a:defRPr>
            </a:lvl8pPr>
            <a:lvl9pPr lvl="8">
              <a:spcBef>
                <a:spcPts val="0"/>
              </a:spcBef>
              <a:spcAft>
                <a:spcPts val="0"/>
              </a:spcAft>
              <a:buClr>
                <a:schemeClr val="accent4"/>
              </a:buClr>
              <a:buSzPts val="5600"/>
              <a:buNone/>
              <a:defRPr>
                <a:solidFill>
                  <a:schemeClr val="accent4"/>
                </a:solidFill>
              </a:defRPr>
            </a:lvl9pPr>
          </a:lstStyle>
          <a:p/>
        </p:txBody>
      </p:sp>
      <p:sp>
        <p:nvSpPr>
          <p:cNvPr id="188" name="Google Shape;188;p33"/>
          <p:cNvSpPr txBox="1"/>
          <p:nvPr>
            <p:ph idx="4" type="subTitle"/>
          </p:nvPr>
        </p:nvSpPr>
        <p:spPr>
          <a:xfrm>
            <a:off x="790575" y="6153912"/>
            <a:ext cx="11964900" cy="347400"/>
          </a:xfrm>
          <a:prstGeom prst="rect">
            <a:avLst/>
          </a:prstGeom>
        </p:spPr>
        <p:txBody>
          <a:bodyPr anchorCtr="0" anchor="t" bIns="0" lIns="0" spcFirstLastPara="1" rIns="0" wrap="square" tIns="0">
            <a:noAutofit/>
          </a:bodyPr>
          <a:lstStyle>
            <a:lvl1pPr indent="0" lvl="0" marL="0" marR="0" algn="l">
              <a:lnSpc>
                <a:spcPct val="125000"/>
              </a:lnSpc>
              <a:spcBef>
                <a:spcPts val="0"/>
              </a:spcBef>
              <a:spcAft>
                <a:spcPts val="0"/>
              </a:spcAft>
              <a:buNone/>
              <a:defRPr sz="1800">
                <a:solidFill>
                  <a:schemeClr val="accent4"/>
                </a:solidFill>
              </a:defRPr>
            </a:lvl1pPr>
            <a:lvl2pPr lvl="1">
              <a:lnSpc>
                <a:spcPct val="125000"/>
              </a:lnSpc>
              <a:spcBef>
                <a:spcPts val="0"/>
              </a:spcBef>
              <a:spcAft>
                <a:spcPts val="0"/>
              </a:spcAft>
              <a:buNone/>
              <a:defRPr sz="1800">
                <a:solidFill>
                  <a:schemeClr val="accent4"/>
                </a:solidFill>
              </a:defRPr>
            </a:lvl2pPr>
            <a:lvl3pPr lvl="2">
              <a:lnSpc>
                <a:spcPct val="125000"/>
              </a:lnSpc>
              <a:spcBef>
                <a:spcPts val="0"/>
              </a:spcBef>
              <a:spcAft>
                <a:spcPts val="0"/>
              </a:spcAft>
              <a:buNone/>
              <a:defRPr sz="1800">
                <a:solidFill>
                  <a:schemeClr val="accent4"/>
                </a:solidFill>
              </a:defRPr>
            </a:lvl3pPr>
            <a:lvl4pPr lvl="3">
              <a:lnSpc>
                <a:spcPct val="125000"/>
              </a:lnSpc>
              <a:spcBef>
                <a:spcPts val="0"/>
              </a:spcBef>
              <a:spcAft>
                <a:spcPts val="0"/>
              </a:spcAft>
              <a:buNone/>
              <a:defRPr sz="1800">
                <a:solidFill>
                  <a:schemeClr val="accent4"/>
                </a:solidFill>
              </a:defRPr>
            </a:lvl4pPr>
            <a:lvl5pPr lvl="4">
              <a:lnSpc>
                <a:spcPct val="125000"/>
              </a:lnSpc>
              <a:spcBef>
                <a:spcPts val="0"/>
              </a:spcBef>
              <a:spcAft>
                <a:spcPts val="0"/>
              </a:spcAft>
              <a:buNone/>
              <a:defRPr sz="1800">
                <a:solidFill>
                  <a:schemeClr val="accent4"/>
                </a:solidFill>
              </a:defRPr>
            </a:lvl5pPr>
            <a:lvl6pPr lvl="5">
              <a:lnSpc>
                <a:spcPct val="125000"/>
              </a:lnSpc>
              <a:spcBef>
                <a:spcPts val="0"/>
              </a:spcBef>
              <a:spcAft>
                <a:spcPts val="0"/>
              </a:spcAft>
              <a:buNone/>
              <a:defRPr sz="1800">
                <a:solidFill>
                  <a:schemeClr val="accent4"/>
                </a:solidFill>
              </a:defRPr>
            </a:lvl6pPr>
            <a:lvl7pPr lvl="6">
              <a:lnSpc>
                <a:spcPct val="125000"/>
              </a:lnSpc>
              <a:spcBef>
                <a:spcPts val="0"/>
              </a:spcBef>
              <a:spcAft>
                <a:spcPts val="0"/>
              </a:spcAft>
              <a:buNone/>
              <a:defRPr sz="1800">
                <a:solidFill>
                  <a:schemeClr val="accent4"/>
                </a:solidFill>
              </a:defRPr>
            </a:lvl7pPr>
            <a:lvl8pPr lvl="7">
              <a:lnSpc>
                <a:spcPct val="125000"/>
              </a:lnSpc>
              <a:spcBef>
                <a:spcPts val="0"/>
              </a:spcBef>
              <a:spcAft>
                <a:spcPts val="0"/>
              </a:spcAft>
              <a:buNone/>
              <a:defRPr sz="1800">
                <a:solidFill>
                  <a:schemeClr val="accent4"/>
                </a:solidFill>
              </a:defRPr>
            </a:lvl8pPr>
            <a:lvl9pPr lvl="8">
              <a:lnSpc>
                <a:spcPct val="125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5_Title_Gradient_Dark">
  <p:cSld name="TITLE_2_1">
    <p:bg>
      <p:bgPr>
        <a:blipFill>
          <a:blip r:embed="rId2">
            <a:alphaModFix/>
          </a:blip>
          <a:stretch>
            <a:fillRect/>
          </a:stretch>
        </a:blipFill>
      </p:bgPr>
    </p:bg>
    <p:spTree>
      <p:nvGrpSpPr>
        <p:cNvPr id="189" name="Shape 189"/>
        <p:cNvGrpSpPr/>
        <p:nvPr/>
      </p:nvGrpSpPr>
      <p:grpSpPr>
        <a:xfrm>
          <a:off x="0" y="0"/>
          <a:ext cx="0" cy="0"/>
          <a:chOff x="0" y="0"/>
          <a:chExt cx="0" cy="0"/>
        </a:xfrm>
      </p:grpSpPr>
      <p:sp>
        <p:nvSpPr>
          <p:cNvPr id="190" name="Google Shape;190;p34"/>
          <p:cNvSpPr txBox="1"/>
          <p:nvPr>
            <p:ph idx="1" type="subTitle"/>
          </p:nvPr>
        </p:nvSpPr>
        <p:spPr>
          <a:xfrm>
            <a:off x="790575" y="9015984"/>
            <a:ext cx="2811900" cy="6948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
        <p:nvSpPr>
          <p:cNvPr id="191" name="Google Shape;191;p34"/>
          <p:cNvSpPr txBox="1"/>
          <p:nvPr>
            <p:ph idx="2" type="subTitle"/>
          </p:nvPr>
        </p:nvSpPr>
        <p:spPr>
          <a:xfrm>
            <a:off x="4317213" y="9015984"/>
            <a:ext cx="2811900" cy="6948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
        <p:nvSpPr>
          <p:cNvPr id="192" name="Google Shape;192;p34"/>
          <p:cNvSpPr txBox="1"/>
          <p:nvPr>
            <p:ph idx="3" type="subTitle"/>
          </p:nvPr>
        </p:nvSpPr>
        <p:spPr>
          <a:xfrm>
            <a:off x="7843850" y="9015984"/>
            <a:ext cx="2811900" cy="6948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
        <p:nvSpPr>
          <p:cNvPr id="193" name="Google Shape;193;p34"/>
          <p:cNvSpPr txBox="1"/>
          <p:nvPr>
            <p:ph type="ctrTitle"/>
          </p:nvPr>
        </p:nvSpPr>
        <p:spPr>
          <a:xfrm>
            <a:off x="790575" y="3849624"/>
            <a:ext cx="11964900" cy="17100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7200"/>
              <a:buNone/>
              <a:defRPr sz="7200">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
        <p:nvSpPr>
          <p:cNvPr id="194" name="Google Shape;194;p34"/>
          <p:cNvSpPr txBox="1"/>
          <p:nvPr>
            <p:ph idx="4" type="subTitle"/>
          </p:nvPr>
        </p:nvSpPr>
        <p:spPr>
          <a:xfrm>
            <a:off x="790575" y="6153912"/>
            <a:ext cx="119649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solidFill>
                  <a:schemeClr val="accent4"/>
                </a:solidFill>
              </a:defRPr>
            </a:lvl1pPr>
            <a:lvl2pPr lvl="1" rtl="0">
              <a:lnSpc>
                <a:spcPct val="125000"/>
              </a:lnSpc>
              <a:spcBef>
                <a:spcPts val="0"/>
              </a:spcBef>
              <a:spcAft>
                <a:spcPts val="0"/>
              </a:spcAft>
              <a:buNone/>
              <a:defRPr sz="1800">
                <a:solidFill>
                  <a:schemeClr val="accent4"/>
                </a:solidFill>
              </a:defRPr>
            </a:lvl2pPr>
            <a:lvl3pPr lvl="2" rtl="0">
              <a:lnSpc>
                <a:spcPct val="125000"/>
              </a:lnSpc>
              <a:spcBef>
                <a:spcPts val="0"/>
              </a:spcBef>
              <a:spcAft>
                <a:spcPts val="0"/>
              </a:spcAft>
              <a:buNone/>
              <a:defRPr sz="1800">
                <a:solidFill>
                  <a:schemeClr val="accent4"/>
                </a:solidFill>
              </a:defRPr>
            </a:lvl3pPr>
            <a:lvl4pPr lvl="3" rtl="0">
              <a:lnSpc>
                <a:spcPct val="125000"/>
              </a:lnSpc>
              <a:spcBef>
                <a:spcPts val="0"/>
              </a:spcBef>
              <a:spcAft>
                <a:spcPts val="0"/>
              </a:spcAft>
              <a:buNone/>
              <a:defRPr sz="1800">
                <a:solidFill>
                  <a:schemeClr val="accent4"/>
                </a:solidFill>
              </a:defRPr>
            </a:lvl4pPr>
            <a:lvl5pPr lvl="4" rtl="0">
              <a:lnSpc>
                <a:spcPct val="125000"/>
              </a:lnSpc>
              <a:spcBef>
                <a:spcPts val="0"/>
              </a:spcBef>
              <a:spcAft>
                <a:spcPts val="0"/>
              </a:spcAft>
              <a:buNone/>
              <a:defRPr sz="1800">
                <a:solidFill>
                  <a:schemeClr val="accent4"/>
                </a:solidFill>
              </a:defRPr>
            </a:lvl5pPr>
            <a:lvl6pPr lvl="5" rtl="0">
              <a:lnSpc>
                <a:spcPct val="125000"/>
              </a:lnSpc>
              <a:spcBef>
                <a:spcPts val="0"/>
              </a:spcBef>
              <a:spcAft>
                <a:spcPts val="0"/>
              </a:spcAft>
              <a:buNone/>
              <a:defRPr sz="1800">
                <a:solidFill>
                  <a:schemeClr val="accent4"/>
                </a:solidFill>
              </a:defRPr>
            </a:lvl6pPr>
            <a:lvl7pPr lvl="6" rtl="0">
              <a:lnSpc>
                <a:spcPct val="125000"/>
              </a:lnSpc>
              <a:spcBef>
                <a:spcPts val="0"/>
              </a:spcBef>
              <a:spcAft>
                <a:spcPts val="0"/>
              </a:spcAft>
              <a:buNone/>
              <a:defRPr sz="1800">
                <a:solidFill>
                  <a:schemeClr val="accent4"/>
                </a:solidFill>
              </a:defRPr>
            </a:lvl7pPr>
            <a:lvl8pPr lvl="7" rtl="0">
              <a:lnSpc>
                <a:spcPct val="125000"/>
              </a:lnSpc>
              <a:spcBef>
                <a:spcPts val="0"/>
              </a:spcBef>
              <a:spcAft>
                <a:spcPts val="0"/>
              </a:spcAft>
              <a:buNone/>
              <a:defRPr sz="1800">
                <a:solidFill>
                  <a:schemeClr val="accent4"/>
                </a:solidFill>
              </a:defRPr>
            </a:lvl8pPr>
            <a:lvl9pPr lvl="8" rtl="0">
              <a:lnSpc>
                <a:spcPct val="125000"/>
              </a:lnSpc>
              <a:spcBef>
                <a:spcPts val="0"/>
              </a:spcBef>
              <a:spcAft>
                <a:spcPts val="0"/>
              </a:spcAft>
              <a:buNone/>
              <a:defRPr sz="1800">
                <a:solidFill>
                  <a:schemeClr val="accent4"/>
                </a:solidFill>
              </a:defRPr>
            </a:lvl9pPr>
          </a:lstStyle>
          <a:p/>
        </p:txBody>
      </p:sp>
      <p:pic>
        <p:nvPicPr>
          <p:cNvPr id="195" name="Google Shape;195;p34" title="Meta_Lockup_MonoWhite_RGB.png"/>
          <p:cNvPicPr preferRelativeResize="0"/>
          <p:nvPr/>
        </p:nvPicPr>
        <p:blipFill rotWithShape="1">
          <a:blip r:embed="rId3">
            <a:alphaModFix/>
          </a:blip>
          <a:srcRect b="70" l="0" r="0" t="80"/>
          <a:stretch/>
        </p:blipFill>
        <p:spPr>
          <a:xfrm>
            <a:off x="15425928" y="8814816"/>
            <a:ext cx="2441446" cy="1049823"/>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5_Title_Gradient_Dark_Saturated">
  <p:cSld name="TITLE_2_1_1">
    <p:bg>
      <p:bgPr>
        <a:blipFill>
          <a:blip r:embed="rId2">
            <a:alphaModFix/>
          </a:blip>
          <a:stretch>
            <a:fillRect/>
          </a:stretch>
        </a:blipFill>
      </p:bgPr>
    </p:bg>
    <p:spTree>
      <p:nvGrpSpPr>
        <p:cNvPr id="196" name="Shape 196"/>
        <p:cNvGrpSpPr/>
        <p:nvPr/>
      </p:nvGrpSpPr>
      <p:grpSpPr>
        <a:xfrm>
          <a:off x="0" y="0"/>
          <a:ext cx="0" cy="0"/>
          <a:chOff x="0" y="0"/>
          <a:chExt cx="0" cy="0"/>
        </a:xfrm>
      </p:grpSpPr>
      <p:pic>
        <p:nvPicPr>
          <p:cNvPr id="197" name="Google Shape;197;p35" title="Meta_Lockup_MonoWhite_RGB.png"/>
          <p:cNvPicPr preferRelativeResize="0"/>
          <p:nvPr/>
        </p:nvPicPr>
        <p:blipFill rotWithShape="1">
          <a:blip r:embed="rId3">
            <a:alphaModFix/>
          </a:blip>
          <a:srcRect b="70" l="0" r="0" t="80"/>
          <a:stretch/>
        </p:blipFill>
        <p:spPr>
          <a:xfrm>
            <a:off x="15425928" y="8814816"/>
            <a:ext cx="2441446" cy="1049823"/>
          </a:xfrm>
          <a:prstGeom prst="rect">
            <a:avLst/>
          </a:prstGeom>
          <a:noFill/>
          <a:ln>
            <a:noFill/>
          </a:ln>
        </p:spPr>
      </p:pic>
      <p:sp>
        <p:nvSpPr>
          <p:cNvPr id="198" name="Google Shape;198;p35"/>
          <p:cNvSpPr txBox="1"/>
          <p:nvPr>
            <p:ph idx="1" type="subTitle"/>
          </p:nvPr>
        </p:nvSpPr>
        <p:spPr>
          <a:xfrm>
            <a:off x="790575"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199" name="Google Shape;199;p35"/>
          <p:cNvSpPr txBox="1"/>
          <p:nvPr>
            <p:ph idx="2" type="subTitle"/>
          </p:nvPr>
        </p:nvSpPr>
        <p:spPr>
          <a:xfrm>
            <a:off x="4317213"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200" name="Google Shape;200;p35"/>
          <p:cNvSpPr txBox="1"/>
          <p:nvPr>
            <p:ph idx="3" type="subTitle"/>
          </p:nvPr>
        </p:nvSpPr>
        <p:spPr>
          <a:xfrm>
            <a:off x="7843850"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201" name="Google Shape;201;p35"/>
          <p:cNvSpPr txBox="1"/>
          <p:nvPr>
            <p:ph type="ctrTitle"/>
          </p:nvPr>
        </p:nvSpPr>
        <p:spPr>
          <a:xfrm>
            <a:off x="790575" y="3849624"/>
            <a:ext cx="11964900" cy="1710000"/>
          </a:xfrm>
          <a:prstGeom prst="rect">
            <a:avLst/>
          </a:prstGeom>
        </p:spPr>
        <p:txBody>
          <a:bodyPr anchorCtr="0" anchor="b" bIns="0" lIns="0" spcFirstLastPara="1" rIns="0" wrap="square" tIns="0">
            <a:noAutofit/>
          </a:bodyPr>
          <a:lstStyle>
            <a:lvl1pPr lvl="0">
              <a:spcBef>
                <a:spcPts val="0"/>
              </a:spcBef>
              <a:spcAft>
                <a:spcPts val="0"/>
              </a:spcAft>
              <a:buClr>
                <a:schemeClr val="accent4"/>
              </a:buClr>
              <a:buSzPts val="7200"/>
              <a:buNone/>
              <a:defRPr sz="7200">
                <a:solidFill>
                  <a:schemeClr val="accent4"/>
                </a:solidFill>
              </a:defRPr>
            </a:lvl1pPr>
            <a:lvl2pPr lvl="1">
              <a:spcBef>
                <a:spcPts val="0"/>
              </a:spcBef>
              <a:spcAft>
                <a:spcPts val="0"/>
              </a:spcAft>
              <a:buClr>
                <a:schemeClr val="accent4"/>
              </a:buClr>
              <a:buSzPts val="5600"/>
              <a:buNone/>
              <a:defRPr>
                <a:solidFill>
                  <a:schemeClr val="accent4"/>
                </a:solidFill>
              </a:defRPr>
            </a:lvl2pPr>
            <a:lvl3pPr lvl="2">
              <a:spcBef>
                <a:spcPts val="0"/>
              </a:spcBef>
              <a:spcAft>
                <a:spcPts val="0"/>
              </a:spcAft>
              <a:buClr>
                <a:schemeClr val="accent4"/>
              </a:buClr>
              <a:buSzPts val="5600"/>
              <a:buNone/>
              <a:defRPr>
                <a:solidFill>
                  <a:schemeClr val="accent4"/>
                </a:solidFill>
              </a:defRPr>
            </a:lvl3pPr>
            <a:lvl4pPr lvl="3">
              <a:spcBef>
                <a:spcPts val="0"/>
              </a:spcBef>
              <a:spcAft>
                <a:spcPts val="0"/>
              </a:spcAft>
              <a:buClr>
                <a:schemeClr val="accent4"/>
              </a:buClr>
              <a:buSzPts val="5600"/>
              <a:buNone/>
              <a:defRPr>
                <a:solidFill>
                  <a:schemeClr val="accent4"/>
                </a:solidFill>
              </a:defRPr>
            </a:lvl4pPr>
            <a:lvl5pPr lvl="4">
              <a:spcBef>
                <a:spcPts val="0"/>
              </a:spcBef>
              <a:spcAft>
                <a:spcPts val="0"/>
              </a:spcAft>
              <a:buClr>
                <a:schemeClr val="accent4"/>
              </a:buClr>
              <a:buSzPts val="5600"/>
              <a:buNone/>
              <a:defRPr>
                <a:solidFill>
                  <a:schemeClr val="accent4"/>
                </a:solidFill>
              </a:defRPr>
            </a:lvl5pPr>
            <a:lvl6pPr lvl="5">
              <a:spcBef>
                <a:spcPts val="0"/>
              </a:spcBef>
              <a:spcAft>
                <a:spcPts val="0"/>
              </a:spcAft>
              <a:buClr>
                <a:schemeClr val="accent4"/>
              </a:buClr>
              <a:buSzPts val="5600"/>
              <a:buNone/>
              <a:defRPr>
                <a:solidFill>
                  <a:schemeClr val="accent4"/>
                </a:solidFill>
              </a:defRPr>
            </a:lvl6pPr>
            <a:lvl7pPr lvl="6">
              <a:spcBef>
                <a:spcPts val="0"/>
              </a:spcBef>
              <a:spcAft>
                <a:spcPts val="0"/>
              </a:spcAft>
              <a:buClr>
                <a:schemeClr val="accent4"/>
              </a:buClr>
              <a:buSzPts val="5600"/>
              <a:buNone/>
              <a:defRPr>
                <a:solidFill>
                  <a:schemeClr val="accent4"/>
                </a:solidFill>
              </a:defRPr>
            </a:lvl7pPr>
            <a:lvl8pPr lvl="7">
              <a:spcBef>
                <a:spcPts val="0"/>
              </a:spcBef>
              <a:spcAft>
                <a:spcPts val="0"/>
              </a:spcAft>
              <a:buClr>
                <a:schemeClr val="accent4"/>
              </a:buClr>
              <a:buSzPts val="5600"/>
              <a:buNone/>
              <a:defRPr>
                <a:solidFill>
                  <a:schemeClr val="accent4"/>
                </a:solidFill>
              </a:defRPr>
            </a:lvl8pPr>
            <a:lvl9pPr lvl="8">
              <a:spcBef>
                <a:spcPts val="0"/>
              </a:spcBef>
              <a:spcAft>
                <a:spcPts val="0"/>
              </a:spcAft>
              <a:buClr>
                <a:schemeClr val="accent4"/>
              </a:buClr>
              <a:buSzPts val="5600"/>
              <a:buNone/>
              <a:defRPr>
                <a:solidFill>
                  <a:schemeClr val="accent4"/>
                </a:solidFill>
              </a:defRPr>
            </a:lvl9pPr>
          </a:lstStyle>
          <a:p/>
        </p:txBody>
      </p:sp>
      <p:sp>
        <p:nvSpPr>
          <p:cNvPr id="202" name="Google Shape;202;p35"/>
          <p:cNvSpPr txBox="1"/>
          <p:nvPr>
            <p:ph idx="4" type="subTitle"/>
          </p:nvPr>
        </p:nvSpPr>
        <p:spPr>
          <a:xfrm>
            <a:off x="790575" y="6153912"/>
            <a:ext cx="11964900" cy="347400"/>
          </a:xfrm>
          <a:prstGeom prst="rect">
            <a:avLst/>
          </a:prstGeom>
        </p:spPr>
        <p:txBody>
          <a:bodyPr anchorCtr="0" anchor="t" bIns="0" lIns="0" spcFirstLastPara="1" rIns="0" wrap="square" tIns="0">
            <a:noAutofit/>
          </a:bodyPr>
          <a:lstStyle>
            <a:lvl1pPr indent="0" lvl="0" marL="0" marR="0" algn="l">
              <a:lnSpc>
                <a:spcPct val="125000"/>
              </a:lnSpc>
              <a:spcBef>
                <a:spcPts val="0"/>
              </a:spcBef>
              <a:spcAft>
                <a:spcPts val="0"/>
              </a:spcAft>
              <a:buNone/>
              <a:defRPr sz="1800">
                <a:solidFill>
                  <a:schemeClr val="accent4"/>
                </a:solidFill>
              </a:defRPr>
            </a:lvl1pPr>
            <a:lvl2pPr lvl="1">
              <a:lnSpc>
                <a:spcPct val="125000"/>
              </a:lnSpc>
              <a:spcBef>
                <a:spcPts val="0"/>
              </a:spcBef>
              <a:spcAft>
                <a:spcPts val="0"/>
              </a:spcAft>
              <a:buNone/>
              <a:defRPr sz="1800">
                <a:solidFill>
                  <a:schemeClr val="accent4"/>
                </a:solidFill>
              </a:defRPr>
            </a:lvl2pPr>
            <a:lvl3pPr lvl="2">
              <a:lnSpc>
                <a:spcPct val="125000"/>
              </a:lnSpc>
              <a:spcBef>
                <a:spcPts val="0"/>
              </a:spcBef>
              <a:spcAft>
                <a:spcPts val="0"/>
              </a:spcAft>
              <a:buNone/>
              <a:defRPr sz="1800">
                <a:solidFill>
                  <a:schemeClr val="accent4"/>
                </a:solidFill>
              </a:defRPr>
            </a:lvl3pPr>
            <a:lvl4pPr lvl="3">
              <a:lnSpc>
                <a:spcPct val="125000"/>
              </a:lnSpc>
              <a:spcBef>
                <a:spcPts val="0"/>
              </a:spcBef>
              <a:spcAft>
                <a:spcPts val="0"/>
              </a:spcAft>
              <a:buNone/>
              <a:defRPr sz="1800">
                <a:solidFill>
                  <a:schemeClr val="accent4"/>
                </a:solidFill>
              </a:defRPr>
            </a:lvl4pPr>
            <a:lvl5pPr lvl="4">
              <a:lnSpc>
                <a:spcPct val="125000"/>
              </a:lnSpc>
              <a:spcBef>
                <a:spcPts val="0"/>
              </a:spcBef>
              <a:spcAft>
                <a:spcPts val="0"/>
              </a:spcAft>
              <a:buNone/>
              <a:defRPr sz="1800">
                <a:solidFill>
                  <a:schemeClr val="accent4"/>
                </a:solidFill>
              </a:defRPr>
            </a:lvl5pPr>
            <a:lvl6pPr lvl="5">
              <a:lnSpc>
                <a:spcPct val="125000"/>
              </a:lnSpc>
              <a:spcBef>
                <a:spcPts val="0"/>
              </a:spcBef>
              <a:spcAft>
                <a:spcPts val="0"/>
              </a:spcAft>
              <a:buNone/>
              <a:defRPr sz="1800">
                <a:solidFill>
                  <a:schemeClr val="accent4"/>
                </a:solidFill>
              </a:defRPr>
            </a:lvl6pPr>
            <a:lvl7pPr lvl="6">
              <a:lnSpc>
                <a:spcPct val="125000"/>
              </a:lnSpc>
              <a:spcBef>
                <a:spcPts val="0"/>
              </a:spcBef>
              <a:spcAft>
                <a:spcPts val="0"/>
              </a:spcAft>
              <a:buNone/>
              <a:defRPr sz="1800">
                <a:solidFill>
                  <a:schemeClr val="accent4"/>
                </a:solidFill>
              </a:defRPr>
            </a:lvl7pPr>
            <a:lvl8pPr lvl="7">
              <a:lnSpc>
                <a:spcPct val="125000"/>
              </a:lnSpc>
              <a:spcBef>
                <a:spcPts val="0"/>
              </a:spcBef>
              <a:spcAft>
                <a:spcPts val="0"/>
              </a:spcAft>
              <a:buNone/>
              <a:defRPr sz="1800">
                <a:solidFill>
                  <a:schemeClr val="accent4"/>
                </a:solidFill>
              </a:defRPr>
            </a:lvl8pPr>
            <a:lvl9pPr lvl="8">
              <a:lnSpc>
                <a:spcPct val="125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5_Title_Gradient_Light_Saturated">
  <p:cSld name="TITLE_2_1_1_1">
    <p:bg>
      <p:bgPr>
        <a:blipFill>
          <a:blip r:embed="rId2">
            <a:alphaModFix/>
          </a:blip>
          <a:stretch>
            <a:fillRect/>
          </a:stretch>
        </a:blipFill>
      </p:bgPr>
    </p:bg>
    <p:spTree>
      <p:nvGrpSpPr>
        <p:cNvPr id="203" name="Shape 203"/>
        <p:cNvGrpSpPr/>
        <p:nvPr/>
      </p:nvGrpSpPr>
      <p:grpSpPr>
        <a:xfrm>
          <a:off x="0" y="0"/>
          <a:ext cx="0" cy="0"/>
          <a:chOff x="0" y="0"/>
          <a:chExt cx="0" cy="0"/>
        </a:xfrm>
      </p:grpSpPr>
      <p:pic>
        <p:nvPicPr>
          <p:cNvPr id="204" name="Google Shape;204;p36" title="Meta_Lockup_MonoWhite_RGB.png"/>
          <p:cNvPicPr preferRelativeResize="0"/>
          <p:nvPr/>
        </p:nvPicPr>
        <p:blipFill rotWithShape="1">
          <a:blip r:embed="rId3">
            <a:alphaModFix/>
          </a:blip>
          <a:srcRect b="70" l="0" r="0" t="80"/>
          <a:stretch/>
        </p:blipFill>
        <p:spPr>
          <a:xfrm>
            <a:off x="15425928" y="8814816"/>
            <a:ext cx="2441446" cy="1049823"/>
          </a:xfrm>
          <a:prstGeom prst="rect">
            <a:avLst/>
          </a:prstGeom>
          <a:noFill/>
          <a:ln>
            <a:noFill/>
          </a:ln>
        </p:spPr>
      </p:pic>
      <p:sp>
        <p:nvSpPr>
          <p:cNvPr id="205" name="Google Shape;205;p36"/>
          <p:cNvSpPr txBox="1"/>
          <p:nvPr>
            <p:ph idx="1" type="subTitle"/>
          </p:nvPr>
        </p:nvSpPr>
        <p:spPr>
          <a:xfrm>
            <a:off x="790575"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206" name="Google Shape;206;p36"/>
          <p:cNvSpPr txBox="1"/>
          <p:nvPr>
            <p:ph idx="2" type="subTitle"/>
          </p:nvPr>
        </p:nvSpPr>
        <p:spPr>
          <a:xfrm>
            <a:off x="4317213"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207" name="Google Shape;207;p36"/>
          <p:cNvSpPr txBox="1"/>
          <p:nvPr>
            <p:ph idx="3" type="subTitle"/>
          </p:nvPr>
        </p:nvSpPr>
        <p:spPr>
          <a:xfrm>
            <a:off x="7843850"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solidFill>
                  <a:schemeClr val="accent4"/>
                </a:solidFill>
              </a:defRPr>
            </a:lvl1pPr>
            <a:lvl2pPr lvl="1">
              <a:lnSpc>
                <a:spcPct val="125000"/>
              </a:lnSpc>
              <a:spcBef>
                <a:spcPts val="0"/>
              </a:spcBef>
              <a:spcAft>
                <a:spcPts val="0"/>
              </a:spcAft>
              <a:buNone/>
              <a:defRPr b="0" sz="1800">
                <a:solidFill>
                  <a:schemeClr val="accent4"/>
                </a:solidFill>
              </a:defRPr>
            </a:lvl2pPr>
            <a:lvl3pPr lvl="2">
              <a:lnSpc>
                <a:spcPct val="125000"/>
              </a:lnSpc>
              <a:spcBef>
                <a:spcPts val="0"/>
              </a:spcBef>
              <a:spcAft>
                <a:spcPts val="0"/>
              </a:spcAft>
              <a:buNone/>
              <a:defRPr b="0" sz="1800">
                <a:solidFill>
                  <a:schemeClr val="accent4"/>
                </a:solidFill>
              </a:defRPr>
            </a:lvl3pPr>
            <a:lvl4pPr lvl="3">
              <a:lnSpc>
                <a:spcPct val="125000"/>
              </a:lnSpc>
              <a:spcBef>
                <a:spcPts val="0"/>
              </a:spcBef>
              <a:spcAft>
                <a:spcPts val="0"/>
              </a:spcAft>
              <a:buNone/>
              <a:defRPr b="0" sz="1800">
                <a:solidFill>
                  <a:schemeClr val="accent4"/>
                </a:solidFill>
              </a:defRPr>
            </a:lvl4pPr>
            <a:lvl5pPr lvl="4">
              <a:lnSpc>
                <a:spcPct val="125000"/>
              </a:lnSpc>
              <a:spcBef>
                <a:spcPts val="0"/>
              </a:spcBef>
              <a:spcAft>
                <a:spcPts val="0"/>
              </a:spcAft>
              <a:buNone/>
              <a:defRPr b="0" sz="1800">
                <a:solidFill>
                  <a:schemeClr val="accent4"/>
                </a:solidFill>
              </a:defRPr>
            </a:lvl5pPr>
            <a:lvl6pPr lvl="5">
              <a:lnSpc>
                <a:spcPct val="125000"/>
              </a:lnSpc>
              <a:spcBef>
                <a:spcPts val="0"/>
              </a:spcBef>
              <a:spcAft>
                <a:spcPts val="0"/>
              </a:spcAft>
              <a:buNone/>
              <a:defRPr b="0" sz="1800">
                <a:solidFill>
                  <a:schemeClr val="accent4"/>
                </a:solidFill>
              </a:defRPr>
            </a:lvl6pPr>
            <a:lvl7pPr lvl="6">
              <a:lnSpc>
                <a:spcPct val="125000"/>
              </a:lnSpc>
              <a:spcBef>
                <a:spcPts val="0"/>
              </a:spcBef>
              <a:spcAft>
                <a:spcPts val="0"/>
              </a:spcAft>
              <a:buNone/>
              <a:defRPr b="0" sz="1800">
                <a:solidFill>
                  <a:schemeClr val="accent4"/>
                </a:solidFill>
              </a:defRPr>
            </a:lvl7pPr>
            <a:lvl8pPr lvl="7">
              <a:lnSpc>
                <a:spcPct val="125000"/>
              </a:lnSpc>
              <a:spcBef>
                <a:spcPts val="0"/>
              </a:spcBef>
              <a:spcAft>
                <a:spcPts val="0"/>
              </a:spcAft>
              <a:buNone/>
              <a:defRPr b="0" sz="1800">
                <a:solidFill>
                  <a:schemeClr val="accent4"/>
                </a:solidFill>
              </a:defRPr>
            </a:lvl8pPr>
            <a:lvl9pPr lvl="8">
              <a:lnSpc>
                <a:spcPct val="125000"/>
              </a:lnSpc>
              <a:spcBef>
                <a:spcPts val="0"/>
              </a:spcBef>
              <a:spcAft>
                <a:spcPts val="0"/>
              </a:spcAft>
              <a:buNone/>
              <a:defRPr b="0" sz="1800">
                <a:solidFill>
                  <a:schemeClr val="accent4"/>
                </a:solidFill>
              </a:defRPr>
            </a:lvl9pPr>
          </a:lstStyle>
          <a:p/>
        </p:txBody>
      </p:sp>
      <p:sp>
        <p:nvSpPr>
          <p:cNvPr id="208" name="Google Shape;208;p36"/>
          <p:cNvSpPr txBox="1"/>
          <p:nvPr>
            <p:ph type="ctrTitle"/>
          </p:nvPr>
        </p:nvSpPr>
        <p:spPr>
          <a:xfrm>
            <a:off x="790575" y="3849624"/>
            <a:ext cx="11964900" cy="1710000"/>
          </a:xfrm>
          <a:prstGeom prst="rect">
            <a:avLst/>
          </a:prstGeom>
        </p:spPr>
        <p:txBody>
          <a:bodyPr anchorCtr="0" anchor="b" bIns="0" lIns="0" spcFirstLastPara="1" rIns="0" wrap="square" tIns="0">
            <a:noAutofit/>
          </a:bodyPr>
          <a:lstStyle>
            <a:lvl1pPr lvl="0">
              <a:spcBef>
                <a:spcPts val="0"/>
              </a:spcBef>
              <a:spcAft>
                <a:spcPts val="0"/>
              </a:spcAft>
              <a:buClr>
                <a:schemeClr val="accent4"/>
              </a:buClr>
              <a:buSzPts val="7200"/>
              <a:buNone/>
              <a:defRPr sz="7200">
                <a:solidFill>
                  <a:schemeClr val="accent4"/>
                </a:solidFill>
              </a:defRPr>
            </a:lvl1pPr>
            <a:lvl2pPr lvl="1">
              <a:spcBef>
                <a:spcPts val="0"/>
              </a:spcBef>
              <a:spcAft>
                <a:spcPts val="0"/>
              </a:spcAft>
              <a:buClr>
                <a:schemeClr val="accent4"/>
              </a:buClr>
              <a:buSzPts val="5600"/>
              <a:buNone/>
              <a:defRPr>
                <a:solidFill>
                  <a:schemeClr val="accent4"/>
                </a:solidFill>
              </a:defRPr>
            </a:lvl2pPr>
            <a:lvl3pPr lvl="2">
              <a:spcBef>
                <a:spcPts val="0"/>
              </a:spcBef>
              <a:spcAft>
                <a:spcPts val="0"/>
              </a:spcAft>
              <a:buClr>
                <a:schemeClr val="accent4"/>
              </a:buClr>
              <a:buSzPts val="5600"/>
              <a:buNone/>
              <a:defRPr>
                <a:solidFill>
                  <a:schemeClr val="accent4"/>
                </a:solidFill>
              </a:defRPr>
            </a:lvl3pPr>
            <a:lvl4pPr lvl="3">
              <a:spcBef>
                <a:spcPts val="0"/>
              </a:spcBef>
              <a:spcAft>
                <a:spcPts val="0"/>
              </a:spcAft>
              <a:buClr>
                <a:schemeClr val="accent4"/>
              </a:buClr>
              <a:buSzPts val="5600"/>
              <a:buNone/>
              <a:defRPr>
                <a:solidFill>
                  <a:schemeClr val="accent4"/>
                </a:solidFill>
              </a:defRPr>
            </a:lvl4pPr>
            <a:lvl5pPr lvl="4">
              <a:spcBef>
                <a:spcPts val="0"/>
              </a:spcBef>
              <a:spcAft>
                <a:spcPts val="0"/>
              </a:spcAft>
              <a:buClr>
                <a:schemeClr val="accent4"/>
              </a:buClr>
              <a:buSzPts val="5600"/>
              <a:buNone/>
              <a:defRPr>
                <a:solidFill>
                  <a:schemeClr val="accent4"/>
                </a:solidFill>
              </a:defRPr>
            </a:lvl5pPr>
            <a:lvl6pPr lvl="5">
              <a:spcBef>
                <a:spcPts val="0"/>
              </a:spcBef>
              <a:spcAft>
                <a:spcPts val="0"/>
              </a:spcAft>
              <a:buClr>
                <a:schemeClr val="accent4"/>
              </a:buClr>
              <a:buSzPts val="5600"/>
              <a:buNone/>
              <a:defRPr>
                <a:solidFill>
                  <a:schemeClr val="accent4"/>
                </a:solidFill>
              </a:defRPr>
            </a:lvl6pPr>
            <a:lvl7pPr lvl="6">
              <a:spcBef>
                <a:spcPts val="0"/>
              </a:spcBef>
              <a:spcAft>
                <a:spcPts val="0"/>
              </a:spcAft>
              <a:buClr>
                <a:schemeClr val="accent4"/>
              </a:buClr>
              <a:buSzPts val="5600"/>
              <a:buNone/>
              <a:defRPr>
                <a:solidFill>
                  <a:schemeClr val="accent4"/>
                </a:solidFill>
              </a:defRPr>
            </a:lvl7pPr>
            <a:lvl8pPr lvl="7">
              <a:spcBef>
                <a:spcPts val="0"/>
              </a:spcBef>
              <a:spcAft>
                <a:spcPts val="0"/>
              </a:spcAft>
              <a:buClr>
                <a:schemeClr val="accent4"/>
              </a:buClr>
              <a:buSzPts val="5600"/>
              <a:buNone/>
              <a:defRPr>
                <a:solidFill>
                  <a:schemeClr val="accent4"/>
                </a:solidFill>
              </a:defRPr>
            </a:lvl8pPr>
            <a:lvl9pPr lvl="8">
              <a:spcBef>
                <a:spcPts val="0"/>
              </a:spcBef>
              <a:spcAft>
                <a:spcPts val="0"/>
              </a:spcAft>
              <a:buClr>
                <a:schemeClr val="accent4"/>
              </a:buClr>
              <a:buSzPts val="5600"/>
              <a:buNone/>
              <a:defRPr>
                <a:solidFill>
                  <a:schemeClr val="accent4"/>
                </a:solidFill>
              </a:defRPr>
            </a:lvl9pPr>
          </a:lstStyle>
          <a:p/>
        </p:txBody>
      </p:sp>
      <p:sp>
        <p:nvSpPr>
          <p:cNvPr id="209" name="Google Shape;209;p36"/>
          <p:cNvSpPr txBox="1"/>
          <p:nvPr>
            <p:ph idx="4" type="subTitle"/>
          </p:nvPr>
        </p:nvSpPr>
        <p:spPr>
          <a:xfrm>
            <a:off x="790575" y="6153912"/>
            <a:ext cx="11964900" cy="347400"/>
          </a:xfrm>
          <a:prstGeom prst="rect">
            <a:avLst/>
          </a:prstGeom>
        </p:spPr>
        <p:txBody>
          <a:bodyPr anchorCtr="0" anchor="t" bIns="0" lIns="0" spcFirstLastPara="1" rIns="0" wrap="square" tIns="0">
            <a:noAutofit/>
          </a:bodyPr>
          <a:lstStyle>
            <a:lvl1pPr indent="0" lvl="0" marL="0" marR="0" algn="l">
              <a:lnSpc>
                <a:spcPct val="125000"/>
              </a:lnSpc>
              <a:spcBef>
                <a:spcPts val="0"/>
              </a:spcBef>
              <a:spcAft>
                <a:spcPts val="0"/>
              </a:spcAft>
              <a:buNone/>
              <a:defRPr sz="1800">
                <a:solidFill>
                  <a:schemeClr val="accent4"/>
                </a:solidFill>
              </a:defRPr>
            </a:lvl1pPr>
            <a:lvl2pPr lvl="1">
              <a:lnSpc>
                <a:spcPct val="125000"/>
              </a:lnSpc>
              <a:spcBef>
                <a:spcPts val="0"/>
              </a:spcBef>
              <a:spcAft>
                <a:spcPts val="0"/>
              </a:spcAft>
              <a:buNone/>
              <a:defRPr sz="1800">
                <a:solidFill>
                  <a:schemeClr val="accent4"/>
                </a:solidFill>
              </a:defRPr>
            </a:lvl2pPr>
            <a:lvl3pPr lvl="2">
              <a:lnSpc>
                <a:spcPct val="125000"/>
              </a:lnSpc>
              <a:spcBef>
                <a:spcPts val="0"/>
              </a:spcBef>
              <a:spcAft>
                <a:spcPts val="0"/>
              </a:spcAft>
              <a:buNone/>
              <a:defRPr sz="1800">
                <a:solidFill>
                  <a:schemeClr val="accent4"/>
                </a:solidFill>
              </a:defRPr>
            </a:lvl3pPr>
            <a:lvl4pPr lvl="3">
              <a:lnSpc>
                <a:spcPct val="125000"/>
              </a:lnSpc>
              <a:spcBef>
                <a:spcPts val="0"/>
              </a:spcBef>
              <a:spcAft>
                <a:spcPts val="0"/>
              </a:spcAft>
              <a:buNone/>
              <a:defRPr sz="1800">
                <a:solidFill>
                  <a:schemeClr val="accent4"/>
                </a:solidFill>
              </a:defRPr>
            </a:lvl4pPr>
            <a:lvl5pPr lvl="4">
              <a:lnSpc>
                <a:spcPct val="125000"/>
              </a:lnSpc>
              <a:spcBef>
                <a:spcPts val="0"/>
              </a:spcBef>
              <a:spcAft>
                <a:spcPts val="0"/>
              </a:spcAft>
              <a:buNone/>
              <a:defRPr sz="1800">
                <a:solidFill>
                  <a:schemeClr val="accent4"/>
                </a:solidFill>
              </a:defRPr>
            </a:lvl5pPr>
            <a:lvl6pPr lvl="5">
              <a:lnSpc>
                <a:spcPct val="125000"/>
              </a:lnSpc>
              <a:spcBef>
                <a:spcPts val="0"/>
              </a:spcBef>
              <a:spcAft>
                <a:spcPts val="0"/>
              </a:spcAft>
              <a:buNone/>
              <a:defRPr sz="1800">
                <a:solidFill>
                  <a:schemeClr val="accent4"/>
                </a:solidFill>
              </a:defRPr>
            </a:lvl6pPr>
            <a:lvl7pPr lvl="6">
              <a:lnSpc>
                <a:spcPct val="125000"/>
              </a:lnSpc>
              <a:spcBef>
                <a:spcPts val="0"/>
              </a:spcBef>
              <a:spcAft>
                <a:spcPts val="0"/>
              </a:spcAft>
              <a:buNone/>
              <a:defRPr sz="1800">
                <a:solidFill>
                  <a:schemeClr val="accent4"/>
                </a:solidFill>
              </a:defRPr>
            </a:lvl7pPr>
            <a:lvl8pPr lvl="7">
              <a:lnSpc>
                <a:spcPct val="125000"/>
              </a:lnSpc>
              <a:spcBef>
                <a:spcPts val="0"/>
              </a:spcBef>
              <a:spcAft>
                <a:spcPts val="0"/>
              </a:spcAft>
              <a:buNone/>
              <a:defRPr sz="1800">
                <a:solidFill>
                  <a:schemeClr val="accent4"/>
                </a:solidFill>
              </a:defRPr>
            </a:lvl8pPr>
            <a:lvl9pPr lvl="8">
              <a:lnSpc>
                <a:spcPct val="125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5_Title_Gradient_Light">
  <p:cSld name="TITLE_2_1_1_1_1">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37"/>
          <p:cNvSpPr txBox="1"/>
          <p:nvPr>
            <p:ph idx="1" type="subTitle"/>
          </p:nvPr>
        </p:nvSpPr>
        <p:spPr>
          <a:xfrm>
            <a:off x="790575"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lvl1pPr>
            <a:lvl2pPr lvl="1">
              <a:lnSpc>
                <a:spcPct val="125000"/>
              </a:lnSpc>
              <a:spcBef>
                <a:spcPts val="0"/>
              </a:spcBef>
              <a:spcAft>
                <a:spcPts val="0"/>
              </a:spcAft>
              <a:buNone/>
              <a:defRPr b="0" sz="1800"/>
            </a:lvl2pPr>
            <a:lvl3pPr lvl="2">
              <a:lnSpc>
                <a:spcPct val="125000"/>
              </a:lnSpc>
              <a:spcBef>
                <a:spcPts val="0"/>
              </a:spcBef>
              <a:spcAft>
                <a:spcPts val="0"/>
              </a:spcAft>
              <a:buNone/>
              <a:defRPr b="0" sz="1800"/>
            </a:lvl3pPr>
            <a:lvl4pPr lvl="3">
              <a:lnSpc>
                <a:spcPct val="125000"/>
              </a:lnSpc>
              <a:spcBef>
                <a:spcPts val="0"/>
              </a:spcBef>
              <a:spcAft>
                <a:spcPts val="0"/>
              </a:spcAft>
              <a:buNone/>
              <a:defRPr b="0" sz="1800"/>
            </a:lvl4pPr>
            <a:lvl5pPr lvl="4">
              <a:lnSpc>
                <a:spcPct val="125000"/>
              </a:lnSpc>
              <a:spcBef>
                <a:spcPts val="0"/>
              </a:spcBef>
              <a:spcAft>
                <a:spcPts val="0"/>
              </a:spcAft>
              <a:buNone/>
              <a:defRPr b="0" sz="1800"/>
            </a:lvl5pPr>
            <a:lvl6pPr lvl="5">
              <a:lnSpc>
                <a:spcPct val="125000"/>
              </a:lnSpc>
              <a:spcBef>
                <a:spcPts val="0"/>
              </a:spcBef>
              <a:spcAft>
                <a:spcPts val="0"/>
              </a:spcAft>
              <a:buNone/>
              <a:defRPr b="0" sz="1800"/>
            </a:lvl6pPr>
            <a:lvl7pPr lvl="6">
              <a:lnSpc>
                <a:spcPct val="125000"/>
              </a:lnSpc>
              <a:spcBef>
                <a:spcPts val="0"/>
              </a:spcBef>
              <a:spcAft>
                <a:spcPts val="0"/>
              </a:spcAft>
              <a:buNone/>
              <a:defRPr b="0" sz="1800"/>
            </a:lvl7pPr>
            <a:lvl8pPr lvl="7">
              <a:lnSpc>
                <a:spcPct val="125000"/>
              </a:lnSpc>
              <a:spcBef>
                <a:spcPts val="0"/>
              </a:spcBef>
              <a:spcAft>
                <a:spcPts val="0"/>
              </a:spcAft>
              <a:buNone/>
              <a:defRPr b="0" sz="1800"/>
            </a:lvl8pPr>
            <a:lvl9pPr lvl="8">
              <a:lnSpc>
                <a:spcPct val="125000"/>
              </a:lnSpc>
              <a:spcBef>
                <a:spcPts val="0"/>
              </a:spcBef>
              <a:spcAft>
                <a:spcPts val="0"/>
              </a:spcAft>
              <a:buNone/>
              <a:defRPr b="0" sz="1800"/>
            </a:lvl9pPr>
          </a:lstStyle>
          <a:p/>
        </p:txBody>
      </p:sp>
      <p:sp>
        <p:nvSpPr>
          <p:cNvPr id="212" name="Google Shape;212;p37"/>
          <p:cNvSpPr txBox="1"/>
          <p:nvPr>
            <p:ph idx="2" type="subTitle"/>
          </p:nvPr>
        </p:nvSpPr>
        <p:spPr>
          <a:xfrm>
            <a:off x="4317213"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lvl1pPr>
            <a:lvl2pPr lvl="1">
              <a:lnSpc>
                <a:spcPct val="125000"/>
              </a:lnSpc>
              <a:spcBef>
                <a:spcPts val="0"/>
              </a:spcBef>
              <a:spcAft>
                <a:spcPts val="0"/>
              </a:spcAft>
              <a:buNone/>
              <a:defRPr b="0" sz="1800"/>
            </a:lvl2pPr>
            <a:lvl3pPr lvl="2">
              <a:lnSpc>
                <a:spcPct val="125000"/>
              </a:lnSpc>
              <a:spcBef>
                <a:spcPts val="0"/>
              </a:spcBef>
              <a:spcAft>
                <a:spcPts val="0"/>
              </a:spcAft>
              <a:buNone/>
              <a:defRPr b="0" sz="1800"/>
            </a:lvl3pPr>
            <a:lvl4pPr lvl="3">
              <a:lnSpc>
                <a:spcPct val="125000"/>
              </a:lnSpc>
              <a:spcBef>
                <a:spcPts val="0"/>
              </a:spcBef>
              <a:spcAft>
                <a:spcPts val="0"/>
              </a:spcAft>
              <a:buNone/>
              <a:defRPr b="0" sz="1800"/>
            </a:lvl4pPr>
            <a:lvl5pPr lvl="4">
              <a:lnSpc>
                <a:spcPct val="125000"/>
              </a:lnSpc>
              <a:spcBef>
                <a:spcPts val="0"/>
              </a:spcBef>
              <a:spcAft>
                <a:spcPts val="0"/>
              </a:spcAft>
              <a:buNone/>
              <a:defRPr b="0" sz="1800"/>
            </a:lvl5pPr>
            <a:lvl6pPr lvl="5">
              <a:lnSpc>
                <a:spcPct val="125000"/>
              </a:lnSpc>
              <a:spcBef>
                <a:spcPts val="0"/>
              </a:spcBef>
              <a:spcAft>
                <a:spcPts val="0"/>
              </a:spcAft>
              <a:buNone/>
              <a:defRPr b="0" sz="1800"/>
            </a:lvl6pPr>
            <a:lvl7pPr lvl="6">
              <a:lnSpc>
                <a:spcPct val="125000"/>
              </a:lnSpc>
              <a:spcBef>
                <a:spcPts val="0"/>
              </a:spcBef>
              <a:spcAft>
                <a:spcPts val="0"/>
              </a:spcAft>
              <a:buNone/>
              <a:defRPr b="0" sz="1800"/>
            </a:lvl7pPr>
            <a:lvl8pPr lvl="7">
              <a:lnSpc>
                <a:spcPct val="125000"/>
              </a:lnSpc>
              <a:spcBef>
                <a:spcPts val="0"/>
              </a:spcBef>
              <a:spcAft>
                <a:spcPts val="0"/>
              </a:spcAft>
              <a:buNone/>
              <a:defRPr b="0" sz="1800"/>
            </a:lvl8pPr>
            <a:lvl9pPr lvl="8">
              <a:lnSpc>
                <a:spcPct val="125000"/>
              </a:lnSpc>
              <a:spcBef>
                <a:spcPts val="0"/>
              </a:spcBef>
              <a:spcAft>
                <a:spcPts val="0"/>
              </a:spcAft>
              <a:buNone/>
              <a:defRPr b="0" sz="1800"/>
            </a:lvl9pPr>
          </a:lstStyle>
          <a:p/>
        </p:txBody>
      </p:sp>
      <p:sp>
        <p:nvSpPr>
          <p:cNvPr id="213" name="Google Shape;213;p37"/>
          <p:cNvSpPr txBox="1"/>
          <p:nvPr>
            <p:ph idx="3" type="subTitle"/>
          </p:nvPr>
        </p:nvSpPr>
        <p:spPr>
          <a:xfrm>
            <a:off x="7843850" y="9015984"/>
            <a:ext cx="2811900" cy="694800"/>
          </a:xfrm>
          <a:prstGeom prst="rect">
            <a:avLst/>
          </a:prstGeom>
        </p:spPr>
        <p:txBody>
          <a:bodyPr anchorCtr="0" anchor="b" bIns="0" lIns="0" spcFirstLastPara="1" rIns="0" wrap="square" tIns="0">
            <a:noAutofit/>
          </a:bodyPr>
          <a:lstStyle>
            <a:lvl1pPr indent="0" lvl="0" marL="0" marR="0" algn="l">
              <a:lnSpc>
                <a:spcPct val="125000"/>
              </a:lnSpc>
              <a:spcBef>
                <a:spcPts val="0"/>
              </a:spcBef>
              <a:spcAft>
                <a:spcPts val="0"/>
              </a:spcAft>
              <a:buNone/>
              <a:defRPr b="0" sz="1800"/>
            </a:lvl1pPr>
            <a:lvl2pPr lvl="1">
              <a:lnSpc>
                <a:spcPct val="125000"/>
              </a:lnSpc>
              <a:spcBef>
                <a:spcPts val="0"/>
              </a:spcBef>
              <a:spcAft>
                <a:spcPts val="0"/>
              </a:spcAft>
              <a:buNone/>
              <a:defRPr b="0" sz="1800"/>
            </a:lvl2pPr>
            <a:lvl3pPr lvl="2">
              <a:lnSpc>
                <a:spcPct val="125000"/>
              </a:lnSpc>
              <a:spcBef>
                <a:spcPts val="0"/>
              </a:spcBef>
              <a:spcAft>
                <a:spcPts val="0"/>
              </a:spcAft>
              <a:buNone/>
              <a:defRPr b="0" sz="1800"/>
            </a:lvl3pPr>
            <a:lvl4pPr lvl="3">
              <a:lnSpc>
                <a:spcPct val="125000"/>
              </a:lnSpc>
              <a:spcBef>
                <a:spcPts val="0"/>
              </a:spcBef>
              <a:spcAft>
                <a:spcPts val="0"/>
              </a:spcAft>
              <a:buNone/>
              <a:defRPr b="0" sz="1800"/>
            </a:lvl4pPr>
            <a:lvl5pPr lvl="4">
              <a:lnSpc>
                <a:spcPct val="125000"/>
              </a:lnSpc>
              <a:spcBef>
                <a:spcPts val="0"/>
              </a:spcBef>
              <a:spcAft>
                <a:spcPts val="0"/>
              </a:spcAft>
              <a:buNone/>
              <a:defRPr b="0" sz="1800"/>
            </a:lvl5pPr>
            <a:lvl6pPr lvl="5">
              <a:lnSpc>
                <a:spcPct val="125000"/>
              </a:lnSpc>
              <a:spcBef>
                <a:spcPts val="0"/>
              </a:spcBef>
              <a:spcAft>
                <a:spcPts val="0"/>
              </a:spcAft>
              <a:buNone/>
              <a:defRPr b="0" sz="1800"/>
            </a:lvl6pPr>
            <a:lvl7pPr lvl="6">
              <a:lnSpc>
                <a:spcPct val="125000"/>
              </a:lnSpc>
              <a:spcBef>
                <a:spcPts val="0"/>
              </a:spcBef>
              <a:spcAft>
                <a:spcPts val="0"/>
              </a:spcAft>
              <a:buNone/>
              <a:defRPr b="0" sz="1800"/>
            </a:lvl7pPr>
            <a:lvl8pPr lvl="7">
              <a:lnSpc>
                <a:spcPct val="125000"/>
              </a:lnSpc>
              <a:spcBef>
                <a:spcPts val="0"/>
              </a:spcBef>
              <a:spcAft>
                <a:spcPts val="0"/>
              </a:spcAft>
              <a:buNone/>
              <a:defRPr b="0" sz="1800"/>
            </a:lvl8pPr>
            <a:lvl9pPr lvl="8">
              <a:lnSpc>
                <a:spcPct val="125000"/>
              </a:lnSpc>
              <a:spcBef>
                <a:spcPts val="0"/>
              </a:spcBef>
              <a:spcAft>
                <a:spcPts val="0"/>
              </a:spcAft>
              <a:buNone/>
              <a:defRPr b="0" sz="1800"/>
            </a:lvl9pPr>
          </a:lstStyle>
          <a:p/>
        </p:txBody>
      </p:sp>
      <p:sp>
        <p:nvSpPr>
          <p:cNvPr id="214" name="Google Shape;214;p37"/>
          <p:cNvSpPr txBox="1"/>
          <p:nvPr>
            <p:ph type="ctrTitle"/>
          </p:nvPr>
        </p:nvSpPr>
        <p:spPr>
          <a:xfrm>
            <a:off x="790575" y="3849624"/>
            <a:ext cx="11964900" cy="1710000"/>
          </a:xfrm>
          <a:prstGeom prst="rect">
            <a:avLst/>
          </a:prstGeom>
        </p:spPr>
        <p:txBody>
          <a:bodyPr anchorCtr="0" anchor="b" bIns="0" lIns="0" spcFirstLastPara="1" rIns="0" wrap="square" tIns="0">
            <a:noAutofit/>
          </a:bodyPr>
          <a:lstStyle>
            <a:lvl1pPr lvl="0">
              <a:spcBef>
                <a:spcPts val="0"/>
              </a:spcBef>
              <a:spcAft>
                <a:spcPts val="0"/>
              </a:spcAft>
              <a:buSzPts val="7200"/>
              <a:buNone/>
              <a:defRPr sz="72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15" name="Google Shape;215;p37"/>
          <p:cNvSpPr txBox="1"/>
          <p:nvPr>
            <p:ph idx="4" type="subTitle"/>
          </p:nvPr>
        </p:nvSpPr>
        <p:spPr>
          <a:xfrm>
            <a:off x="790575" y="6153912"/>
            <a:ext cx="11964900" cy="347400"/>
          </a:xfrm>
          <a:prstGeom prst="rect">
            <a:avLst/>
          </a:prstGeom>
        </p:spPr>
        <p:txBody>
          <a:bodyPr anchorCtr="0" anchor="t" bIns="0" lIns="0" spcFirstLastPara="1" rIns="0" wrap="square" tIns="0">
            <a:noAutofit/>
          </a:bodyPr>
          <a:lstStyle>
            <a:lvl1pPr indent="0" lvl="0" marL="0" marR="0" algn="l">
              <a:lnSpc>
                <a:spcPct val="125000"/>
              </a:lnSpc>
              <a:spcBef>
                <a:spcPts val="0"/>
              </a:spcBef>
              <a:spcAft>
                <a:spcPts val="0"/>
              </a:spcAft>
              <a:buNone/>
              <a:defRPr sz="1800"/>
            </a:lvl1pPr>
            <a:lvl2pPr lvl="1">
              <a:lnSpc>
                <a:spcPct val="125000"/>
              </a:lnSpc>
              <a:spcBef>
                <a:spcPts val="0"/>
              </a:spcBef>
              <a:spcAft>
                <a:spcPts val="0"/>
              </a:spcAft>
              <a:buNone/>
              <a:defRPr sz="1800"/>
            </a:lvl2pPr>
            <a:lvl3pPr lvl="2">
              <a:lnSpc>
                <a:spcPct val="125000"/>
              </a:lnSpc>
              <a:spcBef>
                <a:spcPts val="0"/>
              </a:spcBef>
              <a:spcAft>
                <a:spcPts val="0"/>
              </a:spcAft>
              <a:buNone/>
              <a:defRPr sz="1800"/>
            </a:lvl3pPr>
            <a:lvl4pPr lvl="3">
              <a:lnSpc>
                <a:spcPct val="125000"/>
              </a:lnSpc>
              <a:spcBef>
                <a:spcPts val="0"/>
              </a:spcBef>
              <a:spcAft>
                <a:spcPts val="0"/>
              </a:spcAft>
              <a:buNone/>
              <a:defRPr sz="1800"/>
            </a:lvl4pPr>
            <a:lvl5pPr lvl="4">
              <a:lnSpc>
                <a:spcPct val="125000"/>
              </a:lnSpc>
              <a:spcBef>
                <a:spcPts val="0"/>
              </a:spcBef>
              <a:spcAft>
                <a:spcPts val="0"/>
              </a:spcAft>
              <a:buNone/>
              <a:defRPr sz="1800"/>
            </a:lvl5pPr>
            <a:lvl6pPr lvl="5">
              <a:lnSpc>
                <a:spcPct val="125000"/>
              </a:lnSpc>
              <a:spcBef>
                <a:spcPts val="0"/>
              </a:spcBef>
              <a:spcAft>
                <a:spcPts val="0"/>
              </a:spcAft>
              <a:buNone/>
              <a:defRPr sz="1800"/>
            </a:lvl6pPr>
            <a:lvl7pPr lvl="6">
              <a:lnSpc>
                <a:spcPct val="125000"/>
              </a:lnSpc>
              <a:spcBef>
                <a:spcPts val="0"/>
              </a:spcBef>
              <a:spcAft>
                <a:spcPts val="0"/>
              </a:spcAft>
              <a:buNone/>
              <a:defRPr sz="1800"/>
            </a:lvl7pPr>
            <a:lvl8pPr lvl="7">
              <a:lnSpc>
                <a:spcPct val="125000"/>
              </a:lnSpc>
              <a:spcBef>
                <a:spcPts val="0"/>
              </a:spcBef>
              <a:spcAft>
                <a:spcPts val="0"/>
              </a:spcAft>
              <a:buNone/>
              <a:defRPr sz="1800"/>
            </a:lvl8pPr>
            <a:lvl9pPr lvl="8">
              <a:lnSpc>
                <a:spcPct val="125000"/>
              </a:lnSpc>
              <a:spcBef>
                <a:spcPts val="0"/>
              </a:spcBef>
              <a:spcAft>
                <a:spcPts val="0"/>
              </a:spcAft>
              <a:buNone/>
              <a:defRPr sz="1800"/>
            </a:lvl9pPr>
          </a:lstStyle>
          <a:p/>
        </p:txBody>
      </p:sp>
      <p:pic>
        <p:nvPicPr>
          <p:cNvPr id="216" name="Google Shape;216;p37"/>
          <p:cNvPicPr preferRelativeResize="0"/>
          <p:nvPr/>
        </p:nvPicPr>
        <p:blipFill>
          <a:blip r:embed="rId3">
            <a:alphaModFix/>
          </a:blip>
          <a:stretch>
            <a:fillRect/>
          </a:stretch>
        </p:blipFill>
        <p:spPr>
          <a:xfrm>
            <a:off x="15429662" y="8815400"/>
            <a:ext cx="2439250" cy="1050499"/>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8_Agenda_Black">
  <p:cSld name="SECTION_HEADER_2_2_2">
    <p:bg>
      <p:bgPr>
        <a:solidFill>
          <a:schemeClr val="dk1"/>
        </a:solidFill>
      </p:bgPr>
    </p:bg>
    <p:spTree>
      <p:nvGrpSpPr>
        <p:cNvPr id="217" name="Shape 217"/>
        <p:cNvGrpSpPr/>
        <p:nvPr/>
      </p:nvGrpSpPr>
      <p:grpSpPr>
        <a:xfrm>
          <a:off x="0" y="0"/>
          <a:ext cx="0" cy="0"/>
          <a:chOff x="0" y="0"/>
          <a:chExt cx="0" cy="0"/>
        </a:xfrm>
      </p:grpSpPr>
      <p:sp>
        <p:nvSpPr>
          <p:cNvPr id="218" name="Google Shape;218;p38"/>
          <p:cNvSpPr txBox="1"/>
          <p:nvPr>
            <p:ph idx="1" type="body"/>
          </p:nvPr>
        </p:nvSpPr>
        <p:spPr>
          <a:xfrm>
            <a:off x="9372600" y="1828050"/>
            <a:ext cx="7163400" cy="6935700"/>
          </a:xfrm>
          <a:prstGeom prst="rect">
            <a:avLst/>
          </a:prstGeom>
        </p:spPr>
        <p:txBody>
          <a:bodyPr anchorCtr="0" anchor="ctr" bIns="0" lIns="0" spcFirstLastPara="1" rIns="0" wrap="square" tIns="0">
            <a:noAutofit/>
          </a:bodyPr>
          <a:lstStyle>
            <a:lvl1pPr indent="-400050" lvl="0" marL="457200" rtl="0">
              <a:lnSpc>
                <a:spcPct val="115000"/>
              </a:lnSpc>
              <a:spcBef>
                <a:spcPts val="0"/>
              </a:spcBef>
              <a:spcAft>
                <a:spcPts val="0"/>
              </a:spcAft>
              <a:buClr>
                <a:schemeClr val="accent4"/>
              </a:buClr>
              <a:buSzPts val="2700"/>
              <a:buNone/>
              <a:defRPr sz="2700">
                <a:solidFill>
                  <a:schemeClr val="accent4"/>
                </a:solidFill>
              </a:defRPr>
            </a:lvl1pPr>
            <a:lvl2pPr indent="-400050" lvl="1" marL="914400" rtl="0">
              <a:lnSpc>
                <a:spcPct val="115000"/>
              </a:lnSpc>
              <a:spcBef>
                <a:spcPts val="1800"/>
              </a:spcBef>
              <a:spcAft>
                <a:spcPts val="0"/>
              </a:spcAft>
              <a:buClr>
                <a:schemeClr val="accent4"/>
              </a:buClr>
              <a:buSzPts val="2700"/>
              <a:buAutoNum type="alphaLcPeriod"/>
              <a:defRPr sz="2700">
                <a:solidFill>
                  <a:schemeClr val="accent4"/>
                </a:solidFill>
              </a:defRPr>
            </a:lvl2pPr>
            <a:lvl3pPr indent="-400050" lvl="2" marL="1371600" rtl="0">
              <a:lnSpc>
                <a:spcPct val="115000"/>
              </a:lnSpc>
              <a:spcBef>
                <a:spcPts val="1800"/>
              </a:spcBef>
              <a:spcAft>
                <a:spcPts val="0"/>
              </a:spcAft>
              <a:buClr>
                <a:schemeClr val="accent4"/>
              </a:buClr>
              <a:buSzPts val="2700"/>
              <a:buAutoNum type="romanLcPeriod"/>
              <a:defRPr sz="2700">
                <a:solidFill>
                  <a:schemeClr val="accent4"/>
                </a:solidFill>
              </a:defRPr>
            </a:lvl3pPr>
            <a:lvl4pPr indent="-400050" lvl="3" marL="1828800" rtl="0">
              <a:lnSpc>
                <a:spcPct val="115000"/>
              </a:lnSpc>
              <a:spcBef>
                <a:spcPts val="1800"/>
              </a:spcBef>
              <a:spcAft>
                <a:spcPts val="0"/>
              </a:spcAft>
              <a:buClr>
                <a:schemeClr val="accent4"/>
              </a:buClr>
              <a:buSzPts val="2700"/>
              <a:buAutoNum type="arabicPeriod"/>
              <a:defRPr sz="2700">
                <a:solidFill>
                  <a:schemeClr val="accent4"/>
                </a:solidFill>
              </a:defRPr>
            </a:lvl4pPr>
            <a:lvl5pPr indent="-400050" lvl="4" marL="2286000" rtl="0">
              <a:lnSpc>
                <a:spcPct val="115000"/>
              </a:lnSpc>
              <a:spcBef>
                <a:spcPts val="1800"/>
              </a:spcBef>
              <a:spcAft>
                <a:spcPts val="0"/>
              </a:spcAft>
              <a:buClr>
                <a:schemeClr val="accent4"/>
              </a:buClr>
              <a:buSzPts val="2700"/>
              <a:buAutoNum type="alphaLcPeriod"/>
              <a:defRPr sz="2700">
                <a:solidFill>
                  <a:schemeClr val="accent4"/>
                </a:solidFill>
              </a:defRPr>
            </a:lvl5pPr>
            <a:lvl6pPr indent="-400050" lvl="5" marL="2743200" rtl="0">
              <a:lnSpc>
                <a:spcPct val="115000"/>
              </a:lnSpc>
              <a:spcBef>
                <a:spcPts val="1800"/>
              </a:spcBef>
              <a:spcAft>
                <a:spcPts val="0"/>
              </a:spcAft>
              <a:buClr>
                <a:schemeClr val="accent4"/>
              </a:buClr>
              <a:buSzPts val="2700"/>
              <a:buAutoNum type="romanLcPeriod"/>
              <a:defRPr sz="2700">
                <a:solidFill>
                  <a:schemeClr val="accent4"/>
                </a:solidFill>
              </a:defRPr>
            </a:lvl6pPr>
            <a:lvl7pPr indent="-400050" lvl="6" marL="3200400" rtl="0">
              <a:lnSpc>
                <a:spcPct val="115000"/>
              </a:lnSpc>
              <a:spcBef>
                <a:spcPts val="1800"/>
              </a:spcBef>
              <a:spcAft>
                <a:spcPts val="0"/>
              </a:spcAft>
              <a:buClr>
                <a:schemeClr val="accent4"/>
              </a:buClr>
              <a:buSzPts val="2700"/>
              <a:buAutoNum type="arabicPeriod"/>
              <a:defRPr sz="2700">
                <a:solidFill>
                  <a:schemeClr val="accent4"/>
                </a:solidFill>
              </a:defRPr>
            </a:lvl7pPr>
            <a:lvl8pPr indent="-400050" lvl="7" marL="3657600" rtl="0">
              <a:lnSpc>
                <a:spcPct val="115000"/>
              </a:lnSpc>
              <a:spcBef>
                <a:spcPts val="1800"/>
              </a:spcBef>
              <a:spcAft>
                <a:spcPts val="0"/>
              </a:spcAft>
              <a:buClr>
                <a:schemeClr val="accent4"/>
              </a:buClr>
              <a:buSzPts val="2700"/>
              <a:buAutoNum type="alphaLcPeriod"/>
              <a:defRPr sz="2700">
                <a:solidFill>
                  <a:schemeClr val="accent4"/>
                </a:solidFill>
              </a:defRPr>
            </a:lvl8pPr>
            <a:lvl9pPr indent="-400050" lvl="8" marL="4114800" rtl="0">
              <a:lnSpc>
                <a:spcPct val="115000"/>
              </a:lnSpc>
              <a:spcBef>
                <a:spcPts val="1800"/>
              </a:spcBef>
              <a:spcAft>
                <a:spcPts val="1800"/>
              </a:spcAft>
              <a:buClr>
                <a:schemeClr val="accent4"/>
              </a:buClr>
              <a:buSzPts val="2700"/>
              <a:buAutoNum type="romanLcPeriod"/>
              <a:defRPr sz="2700">
                <a:solidFill>
                  <a:schemeClr val="accent4"/>
                </a:solidFill>
              </a:defRPr>
            </a:lvl9pPr>
          </a:lstStyle>
          <a:p/>
        </p:txBody>
      </p:sp>
      <p:sp>
        <p:nvSpPr>
          <p:cNvPr id="219" name="Google Shape;219;p38"/>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lgn="ctr">
              <a:spcBef>
                <a:spcPts val="0"/>
              </a:spcBef>
              <a:spcAft>
                <a:spcPts val="0"/>
              </a:spcAft>
              <a:buClr>
                <a:schemeClr val="accent4"/>
              </a:buClr>
              <a:buSzPts val="5600"/>
              <a:buNone/>
              <a:defRPr>
                <a:solidFill>
                  <a:schemeClr val="accent4"/>
                </a:solidFill>
              </a:defRPr>
            </a:lvl2pPr>
            <a:lvl3pPr lvl="2" rtl="0" algn="ctr">
              <a:spcBef>
                <a:spcPts val="0"/>
              </a:spcBef>
              <a:spcAft>
                <a:spcPts val="0"/>
              </a:spcAft>
              <a:buClr>
                <a:schemeClr val="accent4"/>
              </a:buClr>
              <a:buSzPts val="5600"/>
              <a:buNone/>
              <a:defRPr>
                <a:solidFill>
                  <a:schemeClr val="accent4"/>
                </a:solidFill>
              </a:defRPr>
            </a:lvl3pPr>
            <a:lvl4pPr lvl="3" rtl="0" algn="ctr">
              <a:spcBef>
                <a:spcPts val="0"/>
              </a:spcBef>
              <a:spcAft>
                <a:spcPts val="0"/>
              </a:spcAft>
              <a:buClr>
                <a:schemeClr val="accent4"/>
              </a:buClr>
              <a:buSzPts val="5600"/>
              <a:buNone/>
              <a:defRPr>
                <a:solidFill>
                  <a:schemeClr val="accent4"/>
                </a:solidFill>
              </a:defRPr>
            </a:lvl4pPr>
            <a:lvl5pPr lvl="4" rtl="0" algn="ctr">
              <a:spcBef>
                <a:spcPts val="0"/>
              </a:spcBef>
              <a:spcAft>
                <a:spcPts val="0"/>
              </a:spcAft>
              <a:buClr>
                <a:schemeClr val="accent4"/>
              </a:buClr>
              <a:buSzPts val="5600"/>
              <a:buNone/>
              <a:defRPr>
                <a:solidFill>
                  <a:schemeClr val="accent4"/>
                </a:solidFill>
              </a:defRPr>
            </a:lvl5pPr>
            <a:lvl6pPr lvl="5" rtl="0" algn="ctr">
              <a:spcBef>
                <a:spcPts val="0"/>
              </a:spcBef>
              <a:spcAft>
                <a:spcPts val="0"/>
              </a:spcAft>
              <a:buClr>
                <a:schemeClr val="accent4"/>
              </a:buClr>
              <a:buSzPts val="5600"/>
              <a:buNone/>
              <a:defRPr>
                <a:solidFill>
                  <a:schemeClr val="accent4"/>
                </a:solidFill>
              </a:defRPr>
            </a:lvl6pPr>
            <a:lvl7pPr lvl="6" rtl="0" algn="ctr">
              <a:spcBef>
                <a:spcPts val="0"/>
              </a:spcBef>
              <a:spcAft>
                <a:spcPts val="0"/>
              </a:spcAft>
              <a:buClr>
                <a:schemeClr val="accent4"/>
              </a:buClr>
              <a:buSzPts val="5600"/>
              <a:buNone/>
              <a:defRPr>
                <a:solidFill>
                  <a:schemeClr val="accent4"/>
                </a:solidFill>
              </a:defRPr>
            </a:lvl7pPr>
            <a:lvl8pPr lvl="7" rtl="0" algn="ctr">
              <a:spcBef>
                <a:spcPts val="0"/>
              </a:spcBef>
              <a:spcAft>
                <a:spcPts val="0"/>
              </a:spcAft>
              <a:buClr>
                <a:schemeClr val="accent4"/>
              </a:buClr>
              <a:buSzPts val="5600"/>
              <a:buNone/>
              <a:defRPr>
                <a:solidFill>
                  <a:schemeClr val="accent4"/>
                </a:solidFill>
              </a:defRPr>
            </a:lvl8pPr>
            <a:lvl9pPr lvl="8" rtl="0" algn="ctr">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Agenda_Gradient_Dark">
  <p:cSld name="SECTION_HEADER_2_2_2_1">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39"/>
          <p:cNvSpPr txBox="1"/>
          <p:nvPr>
            <p:ph idx="1" type="body"/>
          </p:nvPr>
        </p:nvSpPr>
        <p:spPr>
          <a:xfrm>
            <a:off x="9372600" y="1828050"/>
            <a:ext cx="7163400" cy="6935700"/>
          </a:xfrm>
          <a:prstGeom prst="rect">
            <a:avLst/>
          </a:prstGeom>
        </p:spPr>
        <p:txBody>
          <a:bodyPr anchorCtr="0" anchor="ctr" bIns="0" lIns="0" spcFirstLastPara="1" rIns="0" wrap="square" tIns="0">
            <a:noAutofit/>
          </a:bodyPr>
          <a:lstStyle>
            <a:lvl1pPr indent="-400050" lvl="0" marL="457200" rtl="0">
              <a:lnSpc>
                <a:spcPct val="115000"/>
              </a:lnSpc>
              <a:spcBef>
                <a:spcPts val="0"/>
              </a:spcBef>
              <a:spcAft>
                <a:spcPts val="0"/>
              </a:spcAft>
              <a:buClr>
                <a:schemeClr val="accent4"/>
              </a:buClr>
              <a:buSzPts val="2700"/>
              <a:buNone/>
              <a:defRPr sz="2700">
                <a:solidFill>
                  <a:schemeClr val="accent4"/>
                </a:solidFill>
              </a:defRPr>
            </a:lvl1pPr>
            <a:lvl2pPr indent="-400050" lvl="1" marL="914400" rtl="0">
              <a:lnSpc>
                <a:spcPct val="115000"/>
              </a:lnSpc>
              <a:spcBef>
                <a:spcPts val="1800"/>
              </a:spcBef>
              <a:spcAft>
                <a:spcPts val="0"/>
              </a:spcAft>
              <a:buClr>
                <a:schemeClr val="accent4"/>
              </a:buClr>
              <a:buSzPts val="2700"/>
              <a:buAutoNum type="alphaLcPeriod"/>
              <a:defRPr sz="2700">
                <a:solidFill>
                  <a:schemeClr val="accent4"/>
                </a:solidFill>
              </a:defRPr>
            </a:lvl2pPr>
            <a:lvl3pPr indent="-400050" lvl="2" marL="1371600" rtl="0">
              <a:lnSpc>
                <a:spcPct val="115000"/>
              </a:lnSpc>
              <a:spcBef>
                <a:spcPts val="1800"/>
              </a:spcBef>
              <a:spcAft>
                <a:spcPts val="0"/>
              </a:spcAft>
              <a:buClr>
                <a:schemeClr val="accent4"/>
              </a:buClr>
              <a:buSzPts val="2700"/>
              <a:buAutoNum type="romanLcPeriod"/>
              <a:defRPr sz="2700">
                <a:solidFill>
                  <a:schemeClr val="accent4"/>
                </a:solidFill>
              </a:defRPr>
            </a:lvl3pPr>
            <a:lvl4pPr indent="-400050" lvl="3" marL="1828800" rtl="0">
              <a:lnSpc>
                <a:spcPct val="115000"/>
              </a:lnSpc>
              <a:spcBef>
                <a:spcPts val="1800"/>
              </a:spcBef>
              <a:spcAft>
                <a:spcPts val="0"/>
              </a:spcAft>
              <a:buClr>
                <a:schemeClr val="accent4"/>
              </a:buClr>
              <a:buSzPts val="2700"/>
              <a:buAutoNum type="arabicPeriod"/>
              <a:defRPr sz="2700">
                <a:solidFill>
                  <a:schemeClr val="accent4"/>
                </a:solidFill>
              </a:defRPr>
            </a:lvl4pPr>
            <a:lvl5pPr indent="-400050" lvl="4" marL="2286000" rtl="0">
              <a:lnSpc>
                <a:spcPct val="115000"/>
              </a:lnSpc>
              <a:spcBef>
                <a:spcPts val="1800"/>
              </a:spcBef>
              <a:spcAft>
                <a:spcPts val="0"/>
              </a:spcAft>
              <a:buClr>
                <a:schemeClr val="accent4"/>
              </a:buClr>
              <a:buSzPts val="2700"/>
              <a:buAutoNum type="alphaLcPeriod"/>
              <a:defRPr sz="2700">
                <a:solidFill>
                  <a:schemeClr val="accent4"/>
                </a:solidFill>
              </a:defRPr>
            </a:lvl5pPr>
            <a:lvl6pPr indent="-400050" lvl="5" marL="2743200" rtl="0">
              <a:lnSpc>
                <a:spcPct val="115000"/>
              </a:lnSpc>
              <a:spcBef>
                <a:spcPts val="1800"/>
              </a:spcBef>
              <a:spcAft>
                <a:spcPts val="0"/>
              </a:spcAft>
              <a:buClr>
                <a:schemeClr val="accent4"/>
              </a:buClr>
              <a:buSzPts val="2700"/>
              <a:buAutoNum type="romanLcPeriod"/>
              <a:defRPr sz="2700">
                <a:solidFill>
                  <a:schemeClr val="accent4"/>
                </a:solidFill>
              </a:defRPr>
            </a:lvl6pPr>
            <a:lvl7pPr indent="-400050" lvl="6" marL="3200400" rtl="0">
              <a:lnSpc>
                <a:spcPct val="115000"/>
              </a:lnSpc>
              <a:spcBef>
                <a:spcPts val="1800"/>
              </a:spcBef>
              <a:spcAft>
                <a:spcPts val="0"/>
              </a:spcAft>
              <a:buClr>
                <a:schemeClr val="accent4"/>
              </a:buClr>
              <a:buSzPts val="2700"/>
              <a:buAutoNum type="arabicPeriod"/>
              <a:defRPr sz="2700">
                <a:solidFill>
                  <a:schemeClr val="accent4"/>
                </a:solidFill>
              </a:defRPr>
            </a:lvl7pPr>
            <a:lvl8pPr indent="-400050" lvl="7" marL="3657600" rtl="0">
              <a:lnSpc>
                <a:spcPct val="115000"/>
              </a:lnSpc>
              <a:spcBef>
                <a:spcPts val="1800"/>
              </a:spcBef>
              <a:spcAft>
                <a:spcPts val="0"/>
              </a:spcAft>
              <a:buClr>
                <a:schemeClr val="accent4"/>
              </a:buClr>
              <a:buSzPts val="2700"/>
              <a:buAutoNum type="alphaLcPeriod"/>
              <a:defRPr sz="2700">
                <a:solidFill>
                  <a:schemeClr val="accent4"/>
                </a:solidFill>
              </a:defRPr>
            </a:lvl8pPr>
            <a:lvl9pPr indent="-400050" lvl="8" marL="4114800" rtl="0">
              <a:lnSpc>
                <a:spcPct val="115000"/>
              </a:lnSpc>
              <a:spcBef>
                <a:spcPts val="1800"/>
              </a:spcBef>
              <a:spcAft>
                <a:spcPts val="1800"/>
              </a:spcAft>
              <a:buClr>
                <a:schemeClr val="accent4"/>
              </a:buClr>
              <a:buSzPts val="2700"/>
              <a:buAutoNum type="romanLcPeriod"/>
              <a:defRPr sz="2700">
                <a:solidFill>
                  <a:schemeClr val="accent4"/>
                </a:solidFill>
              </a:defRPr>
            </a:lvl9pPr>
          </a:lstStyle>
          <a:p/>
        </p:txBody>
      </p:sp>
      <p:sp>
        <p:nvSpPr>
          <p:cNvPr id="222" name="Google Shape;222;p39"/>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lgn="ctr">
              <a:spcBef>
                <a:spcPts val="0"/>
              </a:spcBef>
              <a:spcAft>
                <a:spcPts val="0"/>
              </a:spcAft>
              <a:buClr>
                <a:schemeClr val="accent4"/>
              </a:buClr>
              <a:buSzPts val="5600"/>
              <a:buNone/>
              <a:defRPr>
                <a:solidFill>
                  <a:schemeClr val="accent4"/>
                </a:solidFill>
              </a:defRPr>
            </a:lvl2pPr>
            <a:lvl3pPr lvl="2" rtl="0" algn="ctr">
              <a:spcBef>
                <a:spcPts val="0"/>
              </a:spcBef>
              <a:spcAft>
                <a:spcPts val="0"/>
              </a:spcAft>
              <a:buClr>
                <a:schemeClr val="accent4"/>
              </a:buClr>
              <a:buSzPts val="5600"/>
              <a:buNone/>
              <a:defRPr>
                <a:solidFill>
                  <a:schemeClr val="accent4"/>
                </a:solidFill>
              </a:defRPr>
            </a:lvl3pPr>
            <a:lvl4pPr lvl="3" rtl="0" algn="ctr">
              <a:spcBef>
                <a:spcPts val="0"/>
              </a:spcBef>
              <a:spcAft>
                <a:spcPts val="0"/>
              </a:spcAft>
              <a:buClr>
                <a:schemeClr val="accent4"/>
              </a:buClr>
              <a:buSzPts val="5600"/>
              <a:buNone/>
              <a:defRPr>
                <a:solidFill>
                  <a:schemeClr val="accent4"/>
                </a:solidFill>
              </a:defRPr>
            </a:lvl4pPr>
            <a:lvl5pPr lvl="4" rtl="0" algn="ctr">
              <a:spcBef>
                <a:spcPts val="0"/>
              </a:spcBef>
              <a:spcAft>
                <a:spcPts val="0"/>
              </a:spcAft>
              <a:buClr>
                <a:schemeClr val="accent4"/>
              </a:buClr>
              <a:buSzPts val="5600"/>
              <a:buNone/>
              <a:defRPr>
                <a:solidFill>
                  <a:schemeClr val="accent4"/>
                </a:solidFill>
              </a:defRPr>
            </a:lvl5pPr>
            <a:lvl6pPr lvl="5" rtl="0" algn="ctr">
              <a:spcBef>
                <a:spcPts val="0"/>
              </a:spcBef>
              <a:spcAft>
                <a:spcPts val="0"/>
              </a:spcAft>
              <a:buClr>
                <a:schemeClr val="accent4"/>
              </a:buClr>
              <a:buSzPts val="5600"/>
              <a:buNone/>
              <a:defRPr>
                <a:solidFill>
                  <a:schemeClr val="accent4"/>
                </a:solidFill>
              </a:defRPr>
            </a:lvl6pPr>
            <a:lvl7pPr lvl="6" rtl="0" algn="ctr">
              <a:spcBef>
                <a:spcPts val="0"/>
              </a:spcBef>
              <a:spcAft>
                <a:spcPts val="0"/>
              </a:spcAft>
              <a:buClr>
                <a:schemeClr val="accent4"/>
              </a:buClr>
              <a:buSzPts val="5600"/>
              <a:buNone/>
              <a:defRPr>
                <a:solidFill>
                  <a:schemeClr val="accent4"/>
                </a:solidFill>
              </a:defRPr>
            </a:lvl7pPr>
            <a:lvl8pPr lvl="7" rtl="0" algn="ctr">
              <a:spcBef>
                <a:spcPts val="0"/>
              </a:spcBef>
              <a:spcAft>
                <a:spcPts val="0"/>
              </a:spcAft>
              <a:buClr>
                <a:schemeClr val="accent4"/>
              </a:buClr>
              <a:buSzPts val="5600"/>
              <a:buNone/>
              <a:defRPr>
                <a:solidFill>
                  <a:schemeClr val="accent4"/>
                </a:solidFill>
              </a:defRPr>
            </a:lvl8pPr>
            <a:lvl9pPr lvl="8" rtl="0" algn="ctr">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Agenda_Gradient_Dark_Saturated">
  <p:cSld name="SECTION_HEADER_2_2_2_1_1">
    <p:bg>
      <p:bgPr>
        <a:blipFill>
          <a:blip r:embed="rId2">
            <a:alphaModFix/>
          </a:blip>
          <a:stretch>
            <a:fillRect/>
          </a:stretch>
        </a:blipFill>
      </p:bgPr>
    </p:bg>
    <p:spTree>
      <p:nvGrpSpPr>
        <p:cNvPr id="223" name="Shape 223"/>
        <p:cNvGrpSpPr/>
        <p:nvPr/>
      </p:nvGrpSpPr>
      <p:grpSpPr>
        <a:xfrm>
          <a:off x="0" y="0"/>
          <a:ext cx="0" cy="0"/>
          <a:chOff x="0" y="0"/>
          <a:chExt cx="0" cy="0"/>
        </a:xfrm>
      </p:grpSpPr>
      <p:sp>
        <p:nvSpPr>
          <p:cNvPr id="224" name="Google Shape;224;p40"/>
          <p:cNvSpPr txBox="1"/>
          <p:nvPr>
            <p:ph idx="1" type="body"/>
          </p:nvPr>
        </p:nvSpPr>
        <p:spPr>
          <a:xfrm>
            <a:off x="9372600" y="1828050"/>
            <a:ext cx="7163400" cy="6935700"/>
          </a:xfrm>
          <a:prstGeom prst="rect">
            <a:avLst/>
          </a:prstGeom>
        </p:spPr>
        <p:txBody>
          <a:bodyPr anchorCtr="0" anchor="ctr" bIns="0" lIns="0" spcFirstLastPara="1" rIns="0" wrap="square" tIns="0">
            <a:noAutofit/>
          </a:bodyPr>
          <a:lstStyle>
            <a:lvl1pPr indent="-400050" lvl="0" marL="457200">
              <a:lnSpc>
                <a:spcPct val="115000"/>
              </a:lnSpc>
              <a:spcBef>
                <a:spcPts val="0"/>
              </a:spcBef>
              <a:spcAft>
                <a:spcPts val="0"/>
              </a:spcAft>
              <a:buClr>
                <a:schemeClr val="accent4"/>
              </a:buClr>
              <a:buSzPts val="2700"/>
              <a:buNone/>
              <a:defRPr sz="2700">
                <a:solidFill>
                  <a:schemeClr val="accent4"/>
                </a:solidFill>
              </a:defRPr>
            </a:lvl1pPr>
            <a:lvl2pPr indent="-400050" lvl="1" marL="914400">
              <a:lnSpc>
                <a:spcPct val="115000"/>
              </a:lnSpc>
              <a:spcBef>
                <a:spcPts val="1800"/>
              </a:spcBef>
              <a:spcAft>
                <a:spcPts val="0"/>
              </a:spcAft>
              <a:buClr>
                <a:schemeClr val="accent4"/>
              </a:buClr>
              <a:buSzPts val="2700"/>
              <a:buAutoNum type="alphaLcPeriod"/>
              <a:defRPr sz="2700">
                <a:solidFill>
                  <a:schemeClr val="accent4"/>
                </a:solidFill>
              </a:defRPr>
            </a:lvl2pPr>
            <a:lvl3pPr indent="-400050" lvl="2" marL="1371600">
              <a:lnSpc>
                <a:spcPct val="115000"/>
              </a:lnSpc>
              <a:spcBef>
                <a:spcPts val="1800"/>
              </a:spcBef>
              <a:spcAft>
                <a:spcPts val="0"/>
              </a:spcAft>
              <a:buClr>
                <a:schemeClr val="accent4"/>
              </a:buClr>
              <a:buSzPts val="2700"/>
              <a:buAutoNum type="romanLcPeriod"/>
              <a:defRPr sz="2700">
                <a:solidFill>
                  <a:schemeClr val="accent4"/>
                </a:solidFill>
              </a:defRPr>
            </a:lvl3pPr>
            <a:lvl4pPr indent="-400050" lvl="3" marL="1828800">
              <a:lnSpc>
                <a:spcPct val="115000"/>
              </a:lnSpc>
              <a:spcBef>
                <a:spcPts val="1800"/>
              </a:spcBef>
              <a:spcAft>
                <a:spcPts val="0"/>
              </a:spcAft>
              <a:buClr>
                <a:schemeClr val="accent4"/>
              </a:buClr>
              <a:buSzPts val="2700"/>
              <a:buAutoNum type="arabicPeriod"/>
              <a:defRPr sz="2700">
                <a:solidFill>
                  <a:schemeClr val="accent4"/>
                </a:solidFill>
              </a:defRPr>
            </a:lvl4pPr>
            <a:lvl5pPr indent="-400050" lvl="4" marL="2286000">
              <a:lnSpc>
                <a:spcPct val="115000"/>
              </a:lnSpc>
              <a:spcBef>
                <a:spcPts val="1800"/>
              </a:spcBef>
              <a:spcAft>
                <a:spcPts val="0"/>
              </a:spcAft>
              <a:buClr>
                <a:schemeClr val="accent4"/>
              </a:buClr>
              <a:buSzPts val="2700"/>
              <a:buAutoNum type="alphaLcPeriod"/>
              <a:defRPr sz="2700">
                <a:solidFill>
                  <a:schemeClr val="accent4"/>
                </a:solidFill>
              </a:defRPr>
            </a:lvl5pPr>
            <a:lvl6pPr indent="-400050" lvl="5" marL="2743200">
              <a:lnSpc>
                <a:spcPct val="115000"/>
              </a:lnSpc>
              <a:spcBef>
                <a:spcPts val="1800"/>
              </a:spcBef>
              <a:spcAft>
                <a:spcPts val="0"/>
              </a:spcAft>
              <a:buClr>
                <a:schemeClr val="accent4"/>
              </a:buClr>
              <a:buSzPts val="2700"/>
              <a:buAutoNum type="romanLcPeriod"/>
              <a:defRPr sz="2700">
                <a:solidFill>
                  <a:schemeClr val="accent4"/>
                </a:solidFill>
              </a:defRPr>
            </a:lvl6pPr>
            <a:lvl7pPr indent="-400050" lvl="6" marL="3200400">
              <a:lnSpc>
                <a:spcPct val="115000"/>
              </a:lnSpc>
              <a:spcBef>
                <a:spcPts val="1800"/>
              </a:spcBef>
              <a:spcAft>
                <a:spcPts val="0"/>
              </a:spcAft>
              <a:buClr>
                <a:schemeClr val="accent4"/>
              </a:buClr>
              <a:buSzPts val="2700"/>
              <a:buAutoNum type="arabicPeriod"/>
              <a:defRPr sz="2700">
                <a:solidFill>
                  <a:schemeClr val="accent4"/>
                </a:solidFill>
              </a:defRPr>
            </a:lvl7pPr>
            <a:lvl8pPr indent="-400050" lvl="7" marL="3657600">
              <a:lnSpc>
                <a:spcPct val="115000"/>
              </a:lnSpc>
              <a:spcBef>
                <a:spcPts val="1800"/>
              </a:spcBef>
              <a:spcAft>
                <a:spcPts val="0"/>
              </a:spcAft>
              <a:buClr>
                <a:schemeClr val="accent4"/>
              </a:buClr>
              <a:buSzPts val="2700"/>
              <a:buAutoNum type="alphaLcPeriod"/>
              <a:defRPr sz="2700">
                <a:solidFill>
                  <a:schemeClr val="accent4"/>
                </a:solidFill>
              </a:defRPr>
            </a:lvl8pPr>
            <a:lvl9pPr indent="-400050" lvl="8" marL="4114800">
              <a:lnSpc>
                <a:spcPct val="115000"/>
              </a:lnSpc>
              <a:spcBef>
                <a:spcPts val="1800"/>
              </a:spcBef>
              <a:spcAft>
                <a:spcPts val="1800"/>
              </a:spcAft>
              <a:buClr>
                <a:schemeClr val="accent4"/>
              </a:buClr>
              <a:buSzPts val="2700"/>
              <a:buAutoNum type="romanLcPeriod"/>
              <a:defRPr sz="2700">
                <a:solidFill>
                  <a:schemeClr val="accent4"/>
                </a:solidFill>
              </a:defRPr>
            </a:lvl9pPr>
          </a:lstStyle>
          <a:p/>
        </p:txBody>
      </p:sp>
      <p:sp>
        <p:nvSpPr>
          <p:cNvPr id="225" name="Google Shape;225;p40"/>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a:spcBef>
                <a:spcPts val="0"/>
              </a:spcBef>
              <a:spcAft>
                <a:spcPts val="0"/>
              </a:spcAft>
              <a:buClr>
                <a:schemeClr val="accent4"/>
              </a:buClr>
              <a:buSzPts val="5600"/>
              <a:buNone/>
              <a:defRPr>
                <a:solidFill>
                  <a:schemeClr val="accent4"/>
                </a:solidFill>
              </a:defRPr>
            </a:lvl1pPr>
            <a:lvl2pPr lvl="1" algn="ctr">
              <a:spcBef>
                <a:spcPts val="0"/>
              </a:spcBef>
              <a:spcAft>
                <a:spcPts val="0"/>
              </a:spcAft>
              <a:buClr>
                <a:schemeClr val="accent4"/>
              </a:buClr>
              <a:buSzPts val="5600"/>
              <a:buNone/>
              <a:defRPr>
                <a:solidFill>
                  <a:schemeClr val="accent4"/>
                </a:solidFill>
              </a:defRPr>
            </a:lvl2pPr>
            <a:lvl3pPr lvl="2" algn="ctr">
              <a:spcBef>
                <a:spcPts val="0"/>
              </a:spcBef>
              <a:spcAft>
                <a:spcPts val="0"/>
              </a:spcAft>
              <a:buClr>
                <a:schemeClr val="accent4"/>
              </a:buClr>
              <a:buSzPts val="5600"/>
              <a:buNone/>
              <a:defRPr>
                <a:solidFill>
                  <a:schemeClr val="accent4"/>
                </a:solidFill>
              </a:defRPr>
            </a:lvl3pPr>
            <a:lvl4pPr lvl="3" algn="ctr">
              <a:spcBef>
                <a:spcPts val="0"/>
              </a:spcBef>
              <a:spcAft>
                <a:spcPts val="0"/>
              </a:spcAft>
              <a:buClr>
                <a:schemeClr val="accent4"/>
              </a:buClr>
              <a:buSzPts val="5600"/>
              <a:buNone/>
              <a:defRPr>
                <a:solidFill>
                  <a:schemeClr val="accent4"/>
                </a:solidFill>
              </a:defRPr>
            </a:lvl4pPr>
            <a:lvl5pPr lvl="4" algn="ctr">
              <a:spcBef>
                <a:spcPts val="0"/>
              </a:spcBef>
              <a:spcAft>
                <a:spcPts val="0"/>
              </a:spcAft>
              <a:buClr>
                <a:schemeClr val="accent4"/>
              </a:buClr>
              <a:buSzPts val="5600"/>
              <a:buNone/>
              <a:defRPr>
                <a:solidFill>
                  <a:schemeClr val="accent4"/>
                </a:solidFill>
              </a:defRPr>
            </a:lvl5pPr>
            <a:lvl6pPr lvl="5" algn="ctr">
              <a:spcBef>
                <a:spcPts val="0"/>
              </a:spcBef>
              <a:spcAft>
                <a:spcPts val="0"/>
              </a:spcAft>
              <a:buClr>
                <a:schemeClr val="accent4"/>
              </a:buClr>
              <a:buSzPts val="5600"/>
              <a:buNone/>
              <a:defRPr>
                <a:solidFill>
                  <a:schemeClr val="accent4"/>
                </a:solidFill>
              </a:defRPr>
            </a:lvl6pPr>
            <a:lvl7pPr lvl="6" algn="ctr">
              <a:spcBef>
                <a:spcPts val="0"/>
              </a:spcBef>
              <a:spcAft>
                <a:spcPts val="0"/>
              </a:spcAft>
              <a:buClr>
                <a:schemeClr val="accent4"/>
              </a:buClr>
              <a:buSzPts val="5600"/>
              <a:buNone/>
              <a:defRPr>
                <a:solidFill>
                  <a:schemeClr val="accent4"/>
                </a:solidFill>
              </a:defRPr>
            </a:lvl7pPr>
            <a:lvl8pPr lvl="7" algn="ctr">
              <a:spcBef>
                <a:spcPts val="0"/>
              </a:spcBef>
              <a:spcAft>
                <a:spcPts val="0"/>
              </a:spcAft>
              <a:buClr>
                <a:schemeClr val="accent4"/>
              </a:buClr>
              <a:buSzPts val="5600"/>
              <a:buNone/>
              <a:defRPr>
                <a:solidFill>
                  <a:schemeClr val="accent4"/>
                </a:solidFill>
              </a:defRPr>
            </a:lvl8pPr>
            <a:lvl9pPr lvl="8" algn="ctr">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Agenda_Gradient_Light_Saturated">
  <p:cSld name="SECTION_HEADER_2_2_2_1_1_1">
    <p:bg>
      <p:bgPr>
        <a:blipFill>
          <a:blip r:embed="rId2">
            <a:alphaModFix/>
          </a:blip>
          <a:stretch>
            <a:fillRect/>
          </a:stretch>
        </a:blipFill>
      </p:bgPr>
    </p:bg>
    <p:spTree>
      <p:nvGrpSpPr>
        <p:cNvPr id="226" name="Shape 226"/>
        <p:cNvGrpSpPr/>
        <p:nvPr/>
      </p:nvGrpSpPr>
      <p:grpSpPr>
        <a:xfrm>
          <a:off x="0" y="0"/>
          <a:ext cx="0" cy="0"/>
          <a:chOff x="0" y="0"/>
          <a:chExt cx="0" cy="0"/>
        </a:xfrm>
      </p:grpSpPr>
      <p:sp>
        <p:nvSpPr>
          <p:cNvPr id="227" name="Google Shape;227;p41"/>
          <p:cNvSpPr txBox="1"/>
          <p:nvPr>
            <p:ph idx="1" type="body"/>
          </p:nvPr>
        </p:nvSpPr>
        <p:spPr>
          <a:xfrm>
            <a:off x="9372600" y="1828050"/>
            <a:ext cx="7163400" cy="6935700"/>
          </a:xfrm>
          <a:prstGeom prst="rect">
            <a:avLst/>
          </a:prstGeom>
        </p:spPr>
        <p:txBody>
          <a:bodyPr anchorCtr="0" anchor="ctr" bIns="0" lIns="0" spcFirstLastPara="1" rIns="0" wrap="square" tIns="0">
            <a:noAutofit/>
          </a:bodyPr>
          <a:lstStyle>
            <a:lvl1pPr indent="-400050" lvl="0" marL="457200">
              <a:lnSpc>
                <a:spcPct val="115000"/>
              </a:lnSpc>
              <a:spcBef>
                <a:spcPts val="0"/>
              </a:spcBef>
              <a:spcAft>
                <a:spcPts val="0"/>
              </a:spcAft>
              <a:buClr>
                <a:schemeClr val="accent4"/>
              </a:buClr>
              <a:buSzPts val="2700"/>
              <a:buNone/>
              <a:defRPr sz="2700">
                <a:solidFill>
                  <a:schemeClr val="accent4"/>
                </a:solidFill>
              </a:defRPr>
            </a:lvl1pPr>
            <a:lvl2pPr indent="-400050" lvl="1" marL="914400">
              <a:lnSpc>
                <a:spcPct val="115000"/>
              </a:lnSpc>
              <a:spcBef>
                <a:spcPts val="1800"/>
              </a:spcBef>
              <a:spcAft>
                <a:spcPts val="0"/>
              </a:spcAft>
              <a:buClr>
                <a:schemeClr val="accent4"/>
              </a:buClr>
              <a:buSzPts val="2700"/>
              <a:buAutoNum type="alphaLcPeriod"/>
              <a:defRPr sz="2700">
                <a:solidFill>
                  <a:schemeClr val="accent4"/>
                </a:solidFill>
              </a:defRPr>
            </a:lvl2pPr>
            <a:lvl3pPr indent="-400050" lvl="2" marL="1371600">
              <a:lnSpc>
                <a:spcPct val="115000"/>
              </a:lnSpc>
              <a:spcBef>
                <a:spcPts val="1800"/>
              </a:spcBef>
              <a:spcAft>
                <a:spcPts val="0"/>
              </a:spcAft>
              <a:buClr>
                <a:schemeClr val="accent4"/>
              </a:buClr>
              <a:buSzPts val="2700"/>
              <a:buAutoNum type="romanLcPeriod"/>
              <a:defRPr sz="2700">
                <a:solidFill>
                  <a:schemeClr val="accent4"/>
                </a:solidFill>
              </a:defRPr>
            </a:lvl3pPr>
            <a:lvl4pPr indent="-400050" lvl="3" marL="1828800">
              <a:lnSpc>
                <a:spcPct val="115000"/>
              </a:lnSpc>
              <a:spcBef>
                <a:spcPts val="1800"/>
              </a:spcBef>
              <a:spcAft>
                <a:spcPts val="0"/>
              </a:spcAft>
              <a:buClr>
                <a:schemeClr val="accent4"/>
              </a:buClr>
              <a:buSzPts val="2700"/>
              <a:buAutoNum type="arabicPeriod"/>
              <a:defRPr sz="2700">
                <a:solidFill>
                  <a:schemeClr val="accent4"/>
                </a:solidFill>
              </a:defRPr>
            </a:lvl4pPr>
            <a:lvl5pPr indent="-400050" lvl="4" marL="2286000">
              <a:lnSpc>
                <a:spcPct val="115000"/>
              </a:lnSpc>
              <a:spcBef>
                <a:spcPts val="1800"/>
              </a:spcBef>
              <a:spcAft>
                <a:spcPts val="0"/>
              </a:spcAft>
              <a:buClr>
                <a:schemeClr val="accent4"/>
              </a:buClr>
              <a:buSzPts val="2700"/>
              <a:buAutoNum type="alphaLcPeriod"/>
              <a:defRPr sz="2700">
                <a:solidFill>
                  <a:schemeClr val="accent4"/>
                </a:solidFill>
              </a:defRPr>
            </a:lvl5pPr>
            <a:lvl6pPr indent="-400050" lvl="5" marL="2743200">
              <a:lnSpc>
                <a:spcPct val="115000"/>
              </a:lnSpc>
              <a:spcBef>
                <a:spcPts val="1800"/>
              </a:spcBef>
              <a:spcAft>
                <a:spcPts val="0"/>
              </a:spcAft>
              <a:buClr>
                <a:schemeClr val="accent4"/>
              </a:buClr>
              <a:buSzPts val="2700"/>
              <a:buAutoNum type="romanLcPeriod"/>
              <a:defRPr sz="2700">
                <a:solidFill>
                  <a:schemeClr val="accent4"/>
                </a:solidFill>
              </a:defRPr>
            </a:lvl6pPr>
            <a:lvl7pPr indent="-400050" lvl="6" marL="3200400">
              <a:lnSpc>
                <a:spcPct val="115000"/>
              </a:lnSpc>
              <a:spcBef>
                <a:spcPts val="1800"/>
              </a:spcBef>
              <a:spcAft>
                <a:spcPts val="0"/>
              </a:spcAft>
              <a:buClr>
                <a:schemeClr val="accent4"/>
              </a:buClr>
              <a:buSzPts val="2700"/>
              <a:buAutoNum type="arabicPeriod"/>
              <a:defRPr sz="2700">
                <a:solidFill>
                  <a:schemeClr val="accent4"/>
                </a:solidFill>
              </a:defRPr>
            </a:lvl7pPr>
            <a:lvl8pPr indent="-400050" lvl="7" marL="3657600">
              <a:lnSpc>
                <a:spcPct val="115000"/>
              </a:lnSpc>
              <a:spcBef>
                <a:spcPts val="1800"/>
              </a:spcBef>
              <a:spcAft>
                <a:spcPts val="0"/>
              </a:spcAft>
              <a:buClr>
                <a:schemeClr val="accent4"/>
              </a:buClr>
              <a:buSzPts val="2700"/>
              <a:buAutoNum type="alphaLcPeriod"/>
              <a:defRPr sz="2700">
                <a:solidFill>
                  <a:schemeClr val="accent4"/>
                </a:solidFill>
              </a:defRPr>
            </a:lvl8pPr>
            <a:lvl9pPr indent="-400050" lvl="8" marL="4114800">
              <a:lnSpc>
                <a:spcPct val="115000"/>
              </a:lnSpc>
              <a:spcBef>
                <a:spcPts val="1800"/>
              </a:spcBef>
              <a:spcAft>
                <a:spcPts val="1800"/>
              </a:spcAft>
              <a:buClr>
                <a:schemeClr val="accent4"/>
              </a:buClr>
              <a:buSzPts val="2700"/>
              <a:buAutoNum type="romanLcPeriod"/>
              <a:defRPr sz="2700">
                <a:solidFill>
                  <a:schemeClr val="accent4"/>
                </a:solidFill>
              </a:defRPr>
            </a:lvl9pPr>
          </a:lstStyle>
          <a:p/>
        </p:txBody>
      </p:sp>
      <p:sp>
        <p:nvSpPr>
          <p:cNvPr id="228" name="Google Shape;228;p41"/>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a:spcBef>
                <a:spcPts val="0"/>
              </a:spcBef>
              <a:spcAft>
                <a:spcPts val="0"/>
              </a:spcAft>
              <a:buClr>
                <a:schemeClr val="accent4"/>
              </a:buClr>
              <a:buSzPts val="5600"/>
              <a:buNone/>
              <a:defRPr>
                <a:solidFill>
                  <a:schemeClr val="accent4"/>
                </a:solidFill>
              </a:defRPr>
            </a:lvl1pPr>
            <a:lvl2pPr lvl="1" algn="ctr">
              <a:spcBef>
                <a:spcPts val="0"/>
              </a:spcBef>
              <a:spcAft>
                <a:spcPts val="0"/>
              </a:spcAft>
              <a:buClr>
                <a:schemeClr val="accent4"/>
              </a:buClr>
              <a:buSzPts val="5600"/>
              <a:buNone/>
              <a:defRPr>
                <a:solidFill>
                  <a:schemeClr val="accent4"/>
                </a:solidFill>
              </a:defRPr>
            </a:lvl2pPr>
            <a:lvl3pPr lvl="2" algn="ctr">
              <a:spcBef>
                <a:spcPts val="0"/>
              </a:spcBef>
              <a:spcAft>
                <a:spcPts val="0"/>
              </a:spcAft>
              <a:buClr>
                <a:schemeClr val="accent4"/>
              </a:buClr>
              <a:buSzPts val="5600"/>
              <a:buNone/>
              <a:defRPr>
                <a:solidFill>
                  <a:schemeClr val="accent4"/>
                </a:solidFill>
              </a:defRPr>
            </a:lvl3pPr>
            <a:lvl4pPr lvl="3" algn="ctr">
              <a:spcBef>
                <a:spcPts val="0"/>
              </a:spcBef>
              <a:spcAft>
                <a:spcPts val="0"/>
              </a:spcAft>
              <a:buClr>
                <a:schemeClr val="accent4"/>
              </a:buClr>
              <a:buSzPts val="5600"/>
              <a:buNone/>
              <a:defRPr>
                <a:solidFill>
                  <a:schemeClr val="accent4"/>
                </a:solidFill>
              </a:defRPr>
            </a:lvl4pPr>
            <a:lvl5pPr lvl="4" algn="ctr">
              <a:spcBef>
                <a:spcPts val="0"/>
              </a:spcBef>
              <a:spcAft>
                <a:spcPts val="0"/>
              </a:spcAft>
              <a:buClr>
                <a:schemeClr val="accent4"/>
              </a:buClr>
              <a:buSzPts val="5600"/>
              <a:buNone/>
              <a:defRPr>
                <a:solidFill>
                  <a:schemeClr val="accent4"/>
                </a:solidFill>
              </a:defRPr>
            </a:lvl5pPr>
            <a:lvl6pPr lvl="5" algn="ctr">
              <a:spcBef>
                <a:spcPts val="0"/>
              </a:spcBef>
              <a:spcAft>
                <a:spcPts val="0"/>
              </a:spcAft>
              <a:buClr>
                <a:schemeClr val="accent4"/>
              </a:buClr>
              <a:buSzPts val="5600"/>
              <a:buNone/>
              <a:defRPr>
                <a:solidFill>
                  <a:schemeClr val="accent4"/>
                </a:solidFill>
              </a:defRPr>
            </a:lvl6pPr>
            <a:lvl7pPr lvl="6" algn="ctr">
              <a:spcBef>
                <a:spcPts val="0"/>
              </a:spcBef>
              <a:spcAft>
                <a:spcPts val="0"/>
              </a:spcAft>
              <a:buClr>
                <a:schemeClr val="accent4"/>
              </a:buClr>
              <a:buSzPts val="5600"/>
              <a:buNone/>
              <a:defRPr>
                <a:solidFill>
                  <a:schemeClr val="accent4"/>
                </a:solidFill>
              </a:defRPr>
            </a:lvl7pPr>
            <a:lvl8pPr lvl="7" algn="ctr">
              <a:spcBef>
                <a:spcPts val="0"/>
              </a:spcBef>
              <a:spcAft>
                <a:spcPts val="0"/>
              </a:spcAft>
              <a:buClr>
                <a:schemeClr val="accent4"/>
              </a:buClr>
              <a:buSzPts val="5600"/>
              <a:buNone/>
              <a:defRPr>
                <a:solidFill>
                  <a:schemeClr val="accent4"/>
                </a:solidFill>
              </a:defRPr>
            </a:lvl8pPr>
            <a:lvl9pPr lvl="8" algn="ctr">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Agenda_Gradient_Light">
  <p:cSld name="SECTION_HEADER_2_2_2_1_1_1_1">
    <p:bg>
      <p:bgPr>
        <a:blipFill>
          <a:blip r:embed="rId2">
            <a:alphaModFix/>
          </a:blip>
          <a:stretch>
            <a:fillRect/>
          </a:stretch>
        </a:blipFill>
      </p:bgPr>
    </p:bg>
    <p:spTree>
      <p:nvGrpSpPr>
        <p:cNvPr id="229" name="Shape 229"/>
        <p:cNvGrpSpPr/>
        <p:nvPr/>
      </p:nvGrpSpPr>
      <p:grpSpPr>
        <a:xfrm>
          <a:off x="0" y="0"/>
          <a:ext cx="0" cy="0"/>
          <a:chOff x="0" y="0"/>
          <a:chExt cx="0" cy="0"/>
        </a:xfrm>
      </p:grpSpPr>
      <p:sp>
        <p:nvSpPr>
          <p:cNvPr id="230" name="Google Shape;230;p42"/>
          <p:cNvSpPr txBox="1"/>
          <p:nvPr>
            <p:ph idx="1" type="body"/>
          </p:nvPr>
        </p:nvSpPr>
        <p:spPr>
          <a:xfrm>
            <a:off x="9372600" y="1828050"/>
            <a:ext cx="7163400" cy="6935700"/>
          </a:xfrm>
          <a:prstGeom prst="rect">
            <a:avLst/>
          </a:prstGeom>
        </p:spPr>
        <p:txBody>
          <a:bodyPr anchorCtr="0" anchor="ctr" bIns="0" lIns="0" spcFirstLastPara="1" rIns="0" wrap="square" tIns="0">
            <a:noAutofit/>
          </a:bodyPr>
          <a:lstStyle>
            <a:lvl1pPr indent="-400050" lvl="0" marL="457200">
              <a:lnSpc>
                <a:spcPct val="115000"/>
              </a:lnSpc>
              <a:spcBef>
                <a:spcPts val="0"/>
              </a:spcBef>
              <a:spcAft>
                <a:spcPts val="0"/>
              </a:spcAft>
              <a:buSzPts val="2700"/>
              <a:buNone/>
              <a:defRPr sz="2700"/>
            </a:lvl1pPr>
            <a:lvl2pPr indent="-400050" lvl="1" marL="914400">
              <a:lnSpc>
                <a:spcPct val="115000"/>
              </a:lnSpc>
              <a:spcBef>
                <a:spcPts val="1800"/>
              </a:spcBef>
              <a:spcAft>
                <a:spcPts val="0"/>
              </a:spcAft>
              <a:buSzPts val="2700"/>
              <a:buAutoNum type="alphaLcPeriod"/>
              <a:defRPr sz="2700"/>
            </a:lvl2pPr>
            <a:lvl3pPr indent="-400050" lvl="2" marL="1371600">
              <a:lnSpc>
                <a:spcPct val="115000"/>
              </a:lnSpc>
              <a:spcBef>
                <a:spcPts val="1800"/>
              </a:spcBef>
              <a:spcAft>
                <a:spcPts val="0"/>
              </a:spcAft>
              <a:buSzPts val="2700"/>
              <a:buAutoNum type="romanLcPeriod"/>
              <a:defRPr sz="2700"/>
            </a:lvl3pPr>
            <a:lvl4pPr indent="-400050" lvl="3" marL="1828800">
              <a:lnSpc>
                <a:spcPct val="115000"/>
              </a:lnSpc>
              <a:spcBef>
                <a:spcPts val="1800"/>
              </a:spcBef>
              <a:spcAft>
                <a:spcPts val="0"/>
              </a:spcAft>
              <a:buSzPts val="2700"/>
              <a:buAutoNum type="arabicPeriod"/>
              <a:defRPr sz="2700"/>
            </a:lvl4pPr>
            <a:lvl5pPr indent="-400050" lvl="4" marL="2286000">
              <a:lnSpc>
                <a:spcPct val="115000"/>
              </a:lnSpc>
              <a:spcBef>
                <a:spcPts val="1800"/>
              </a:spcBef>
              <a:spcAft>
                <a:spcPts val="0"/>
              </a:spcAft>
              <a:buSzPts val="2700"/>
              <a:buAutoNum type="alphaLcPeriod"/>
              <a:defRPr sz="2700"/>
            </a:lvl5pPr>
            <a:lvl6pPr indent="-400050" lvl="5" marL="2743200">
              <a:lnSpc>
                <a:spcPct val="115000"/>
              </a:lnSpc>
              <a:spcBef>
                <a:spcPts val="1800"/>
              </a:spcBef>
              <a:spcAft>
                <a:spcPts val="0"/>
              </a:spcAft>
              <a:buSzPts val="2700"/>
              <a:buAutoNum type="romanLcPeriod"/>
              <a:defRPr sz="2700"/>
            </a:lvl6pPr>
            <a:lvl7pPr indent="-400050" lvl="6" marL="3200400">
              <a:lnSpc>
                <a:spcPct val="115000"/>
              </a:lnSpc>
              <a:spcBef>
                <a:spcPts val="1800"/>
              </a:spcBef>
              <a:spcAft>
                <a:spcPts val="0"/>
              </a:spcAft>
              <a:buSzPts val="2700"/>
              <a:buAutoNum type="arabicPeriod"/>
              <a:defRPr sz="2700"/>
            </a:lvl7pPr>
            <a:lvl8pPr indent="-400050" lvl="7" marL="3657600">
              <a:lnSpc>
                <a:spcPct val="115000"/>
              </a:lnSpc>
              <a:spcBef>
                <a:spcPts val="1800"/>
              </a:spcBef>
              <a:spcAft>
                <a:spcPts val="0"/>
              </a:spcAft>
              <a:buSzPts val="2700"/>
              <a:buAutoNum type="alphaLcPeriod"/>
              <a:defRPr sz="2700"/>
            </a:lvl8pPr>
            <a:lvl9pPr indent="-400050" lvl="8" marL="4114800">
              <a:lnSpc>
                <a:spcPct val="115000"/>
              </a:lnSpc>
              <a:spcBef>
                <a:spcPts val="1800"/>
              </a:spcBef>
              <a:spcAft>
                <a:spcPts val="1800"/>
              </a:spcAft>
              <a:buSzPts val="2700"/>
              <a:buAutoNum type="romanLcPeriod"/>
              <a:defRPr sz="2700"/>
            </a:lvl9pPr>
          </a:lstStyle>
          <a:p/>
        </p:txBody>
      </p:sp>
      <p:sp>
        <p:nvSpPr>
          <p:cNvPr id="231" name="Google Shape;231;p42"/>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a:spcBef>
                <a:spcPts val="0"/>
              </a:spcBef>
              <a:spcAft>
                <a:spcPts val="0"/>
              </a:spcAft>
              <a:buSzPts val="5600"/>
              <a:buNone/>
              <a:defRPr/>
            </a:lvl1pPr>
            <a:lvl2pPr lvl="1" algn="ctr">
              <a:spcBef>
                <a:spcPts val="0"/>
              </a:spcBef>
              <a:spcAft>
                <a:spcPts val="0"/>
              </a:spcAft>
              <a:buSzPts val="5600"/>
              <a:buNone/>
              <a:defRPr/>
            </a:lvl2pPr>
            <a:lvl3pPr lvl="2" algn="ctr">
              <a:spcBef>
                <a:spcPts val="0"/>
              </a:spcBef>
              <a:spcAft>
                <a:spcPts val="0"/>
              </a:spcAft>
              <a:buSzPts val="5600"/>
              <a:buNone/>
              <a:defRPr/>
            </a:lvl3pPr>
            <a:lvl4pPr lvl="3" algn="ctr">
              <a:spcBef>
                <a:spcPts val="0"/>
              </a:spcBef>
              <a:spcAft>
                <a:spcPts val="0"/>
              </a:spcAft>
              <a:buSzPts val="5600"/>
              <a:buNone/>
              <a:defRPr/>
            </a:lvl4pPr>
            <a:lvl5pPr lvl="4" algn="ctr">
              <a:spcBef>
                <a:spcPts val="0"/>
              </a:spcBef>
              <a:spcAft>
                <a:spcPts val="0"/>
              </a:spcAft>
              <a:buSzPts val="5600"/>
              <a:buNone/>
              <a:defRPr/>
            </a:lvl5pPr>
            <a:lvl6pPr lvl="5" algn="ctr">
              <a:spcBef>
                <a:spcPts val="0"/>
              </a:spcBef>
              <a:spcAft>
                <a:spcPts val="0"/>
              </a:spcAft>
              <a:buSzPts val="5600"/>
              <a:buNone/>
              <a:defRPr/>
            </a:lvl6pPr>
            <a:lvl7pPr lvl="6" algn="ctr">
              <a:spcBef>
                <a:spcPts val="0"/>
              </a:spcBef>
              <a:spcAft>
                <a:spcPts val="0"/>
              </a:spcAft>
              <a:buSzPts val="5600"/>
              <a:buNone/>
              <a:defRPr/>
            </a:lvl7pPr>
            <a:lvl8pPr lvl="7" algn="ctr">
              <a:spcBef>
                <a:spcPts val="0"/>
              </a:spcBef>
              <a:spcAft>
                <a:spcPts val="0"/>
              </a:spcAft>
              <a:buSzPts val="5600"/>
              <a:buNone/>
              <a:defRPr/>
            </a:lvl8pPr>
            <a:lvl9pPr lvl="8" algn="ctr">
              <a:spcBef>
                <a:spcPts val="0"/>
              </a:spcBef>
              <a:spcAft>
                <a:spcPts val="0"/>
              </a:spcAft>
              <a:buSzPts val="56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Schedule">
  <p:cSld name="SECTION_HEADER_2_2_1_1">
    <p:bg>
      <p:bgPr>
        <a:solidFill>
          <a:schemeClr val="dk1"/>
        </a:solidFill>
      </p:bgPr>
    </p:bg>
    <p:spTree>
      <p:nvGrpSpPr>
        <p:cNvPr id="232" name="Shape 232"/>
        <p:cNvGrpSpPr/>
        <p:nvPr/>
      </p:nvGrpSpPr>
      <p:grpSpPr>
        <a:xfrm>
          <a:off x="0" y="0"/>
          <a:ext cx="0" cy="0"/>
          <a:chOff x="0" y="0"/>
          <a:chExt cx="0" cy="0"/>
        </a:xfrm>
      </p:grpSpPr>
      <p:sp>
        <p:nvSpPr>
          <p:cNvPr id="233" name="Google Shape;233;p43"/>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lgn="ctr">
              <a:spcBef>
                <a:spcPts val="0"/>
              </a:spcBef>
              <a:spcAft>
                <a:spcPts val="0"/>
              </a:spcAft>
              <a:buClr>
                <a:schemeClr val="accent4"/>
              </a:buClr>
              <a:buSzPts val="5600"/>
              <a:buNone/>
              <a:defRPr>
                <a:solidFill>
                  <a:schemeClr val="accent4"/>
                </a:solidFill>
              </a:defRPr>
            </a:lvl2pPr>
            <a:lvl3pPr lvl="2" rtl="0" algn="ctr">
              <a:spcBef>
                <a:spcPts val="0"/>
              </a:spcBef>
              <a:spcAft>
                <a:spcPts val="0"/>
              </a:spcAft>
              <a:buClr>
                <a:schemeClr val="accent4"/>
              </a:buClr>
              <a:buSzPts val="5600"/>
              <a:buNone/>
              <a:defRPr>
                <a:solidFill>
                  <a:schemeClr val="accent4"/>
                </a:solidFill>
              </a:defRPr>
            </a:lvl3pPr>
            <a:lvl4pPr lvl="3" rtl="0" algn="ctr">
              <a:spcBef>
                <a:spcPts val="0"/>
              </a:spcBef>
              <a:spcAft>
                <a:spcPts val="0"/>
              </a:spcAft>
              <a:buClr>
                <a:schemeClr val="accent4"/>
              </a:buClr>
              <a:buSzPts val="5600"/>
              <a:buNone/>
              <a:defRPr>
                <a:solidFill>
                  <a:schemeClr val="accent4"/>
                </a:solidFill>
              </a:defRPr>
            </a:lvl4pPr>
            <a:lvl5pPr lvl="4" rtl="0" algn="ctr">
              <a:spcBef>
                <a:spcPts val="0"/>
              </a:spcBef>
              <a:spcAft>
                <a:spcPts val="0"/>
              </a:spcAft>
              <a:buClr>
                <a:schemeClr val="accent4"/>
              </a:buClr>
              <a:buSzPts val="5600"/>
              <a:buNone/>
              <a:defRPr>
                <a:solidFill>
                  <a:schemeClr val="accent4"/>
                </a:solidFill>
              </a:defRPr>
            </a:lvl5pPr>
            <a:lvl6pPr lvl="5" rtl="0" algn="ctr">
              <a:spcBef>
                <a:spcPts val="0"/>
              </a:spcBef>
              <a:spcAft>
                <a:spcPts val="0"/>
              </a:spcAft>
              <a:buClr>
                <a:schemeClr val="accent4"/>
              </a:buClr>
              <a:buSzPts val="5600"/>
              <a:buNone/>
              <a:defRPr>
                <a:solidFill>
                  <a:schemeClr val="accent4"/>
                </a:solidFill>
              </a:defRPr>
            </a:lvl6pPr>
            <a:lvl7pPr lvl="6" rtl="0" algn="ctr">
              <a:spcBef>
                <a:spcPts val="0"/>
              </a:spcBef>
              <a:spcAft>
                <a:spcPts val="0"/>
              </a:spcAft>
              <a:buClr>
                <a:schemeClr val="accent4"/>
              </a:buClr>
              <a:buSzPts val="5600"/>
              <a:buNone/>
              <a:defRPr>
                <a:solidFill>
                  <a:schemeClr val="accent4"/>
                </a:solidFill>
              </a:defRPr>
            </a:lvl7pPr>
            <a:lvl8pPr lvl="7" rtl="0" algn="ctr">
              <a:spcBef>
                <a:spcPts val="0"/>
              </a:spcBef>
              <a:spcAft>
                <a:spcPts val="0"/>
              </a:spcAft>
              <a:buClr>
                <a:schemeClr val="accent4"/>
              </a:buClr>
              <a:buSzPts val="5600"/>
              <a:buNone/>
              <a:defRPr>
                <a:solidFill>
                  <a:schemeClr val="accent4"/>
                </a:solidFill>
              </a:defRPr>
            </a:lvl8pPr>
            <a:lvl9pPr lvl="8" rtl="0" algn="ctr">
              <a:spcBef>
                <a:spcPts val="0"/>
              </a:spcBef>
              <a:spcAft>
                <a:spcPts val="0"/>
              </a:spcAft>
              <a:buClr>
                <a:schemeClr val="accent4"/>
              </a:buClr>
              <a:buSzPts val="5600"/>
              <a:buNone/>
              <a:defRPr>
                <a:solidFill>
                  <a:schemeClr val="accent4"/>
                </a:solidFill>
              </a:defRPr>
            </a:lvl9pPr>
          </a:lstStyle>
          <a:p/>
        </p:txBody>
      </p:sp>
      <p:sp>
        <p:nvSpPr>
          <p:cNvPr id="234" name="Google Shape;234;p43"/>
          <p:cNvSpPr txBox="1"/>
          <p:nvPr>
            <p:ph idx="1" type="subTitle"/>
          </p:nvPr>
        </p:nvSpPr>
        <p:spPr>
          <a:xfrm>
            <a:off x="8586216" y="238509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35" name="Google Shape;235;p43"/>
          <p:cNvSpPr txBox="1"/>
          <p:nvPr>
            <p:ph idx="2" type="subTitle"/>
          </p:nvPr>
        </p:nvSpPr>
        <p:spPr>
          <a:xfrm>
            <a:off x="13405104" y="238509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36" name="Google Shape;236;p43"/>
          <p:cNvSpPr txBox="1"/>
          <p:nvPr>
            <p:ph idx="3" type="subTitle"/>
          </p:nvPr>
        </p:nvSpPr>
        <p:spPr>
          <a:xfrm>
            <a:off x="8586216" y="201933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37" name="Google Shape;237;p43"/>
          <p:cNvSpPr txBox="1"/>
          <p:nvPr>
            <p:ph idx="4" type="subTitle"/>
          </p:nvPr>
        </p:nvSpPr>
        <p:spPr>
          <a:xfrm>
            <a:off x="13405104" y="201933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38" name="Google Shape;238;p43"/>
          <p:cNvSpPr txBox="1"/>
          <p:nvPr>
            <p:ph idx="5" type="subTitle"/>
          </p:nvPr>
        </p:nvSpPr>
        <p:spPr>
          <a:xfrm>
            <a:off x="8586216" y="412245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39" name="Google Shape;239;p43"/>
          <p:cNvSpPr txBox="1"/>
          <p:nvPr>
            <p:ph idx="6" type="subTitle"/>
          </p:nvPr>
        </p:nvSpPr>
        <p:spPr>
          <a:xfrm>
            <a:off x="13405104" y="412245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40" name="Google Shape;240;p43"/>
          <p:cNvSpPr txBox="1"/>
          <p:nvPr>
            <p:ph idx="7" type="subTitle"/>
          </p:nvPr>
        </p:nvSpPr>
        <p:spPr>
          <a:xfrm>
            <a:off x="8586216" y="37566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41" name="Google Shape;241;p43"/>
          <p:cNvSpPr txBox="1"/>
          <p:nvPr>
            <p:ph idx="8" type="subTitle"/>
          </p:nvPr>
        </p:nvSpPr>
        <p:spPr>
          <a:xfrm>
            <a:off x="13405104" y="37566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42" name="Google Shape;242;p43"/>
          <p:cNvSpPr txBox="1"/>
          <p:nvPr>
            <p:ph idx="9" type="subTitle"/>
          </p:nvPr>
        </p:nvSpPr>
        <p:spPr>
          <a:xfrm>
            <a:off x="8586216" y="585981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43" name="Google Shape;243;p43"/>
          <p:cNvSpPr txBox="1"/>
          <p:nvPr>
            <p:ph idx="13" type="subTitle"/>
          </p:nvPr>
        </p:nvSpPr>
        <p:spPr>
          <a:xfrm>
            <a:off x="13405104" y="585981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44" name="Google Shape;244;p43"/>
          <p:cNvSpPr txBox="1"/>
          <p:nvPr>
            <p:ph idx="14" type="subTitle"/>
          </p:nvPr>
        </p:nvSpPr>
        <p:spPr>
          <a:xfrm>
            <a:off x="8586216" y="54940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45" name="Google Shape;245;p43"/>
          <p:cNvSpPr txBox="1"/>
          <p:nvPr>
            <p:ph idx="15" type="subTitle"/>
          </p:nvPr>
        </p:nvSpPr>
        <p:spPr>
          <a:xfrm>
            <a:off x="13405104" y="54940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46" name="Google Shape;246;p43"/>
          <p:cNvSpPr txBox="1"/>
          <p:nvPr>
            <p:ph idx="16" type="subTitle"/>
          </p:nvPr>
        </p:nvSpPr>
        <p:spPr>
          <a:xfrm>
            <a:off x="8586216" y="759717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47" name="Google Shape;247;p43"/>
          <p:cNvSpPr txBox="1"/>
          <p:nvPr>
            <p:ph idx="17" type="subTitle"/>
          </p:nvPr>
        </p:nvSpPr>
        <p:spPr>
          <a:xfrm>
            <a:off x="13405104" y="759717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solidFill>
                  <a:schemeClr val="accent4"/>
                </a:solidFill>
              </a:defRPr>
            </a:lvl1pPr>
            <a:lvl2pPr lvl="1" rtl="0">
              <a:lnSpc>
                <a:spcPct val="110000"/>
              </a:lnSpc>
              <a:spcBef>
                <a:spcPts val="0"/>
              </a:spcBef>
              <a:spcAft>
                <a:spcPts val="0"/>
              </a:spcAft>
              <a:buNone/>
              <a:defRPr sz="2700">
                <a:solidFill>
                  <a:schemeClr val="accent4"/>
                </a:solidFill>
              </a:defRPr>
            </a:lvl2pPr>
            <a:lvl3pPr lvl="2" rtl="0">
              <a:lnSpc>
                <a:spcPct val="110000"/>
              </a:lnSpc>
              <a:spcBef>
                <a:spcPts val="0"/>
              </a:spcBef>
              <a:spcAft>
                <a:spcPts val="0"/>
              </a:spcAft>
              <a:buNone/>
              <a:defRPr sz="2700">
                <a:solidFill>
                  <a:schemeClr val="accent4"/>
                </a:solidFill>
              </a:defRPr>
            </a:lvl3pPr>
            <a:lvl4pPr lvl="3" rtl="0">
              <a:lnSpc>
                <a:spcPct val="110000"/>
              </a:lnSpc>
              <a:spcBef>
                <a:spcPts val="0"/>
              </a:spcBef>
              <a:spcAft>
                <a:spcPts val="0"/>
              </a:spcAft>
              <a:buNone/>
              <a:defRPr sz="2700">
                <a:solidFill>
                  <a:schemeClr val="accent4"/>
                </a:solidFill>
              </a:defRPr>
            </a:lvl4pPr>
            <a:lvl5pPr lvl="4" rtl="0">
              <a:lnSpc>
                <a:spcPct val="110000"/>
              </a:lnSpc>
              <a:spcBef>
                <a:spcPts val="0"/>
              </a:spcBef>
              <a:spcAft>
                <a:spcPts val="0"/>
              </a:spcAft>
              <a:buNone/>
              <a:defRPr sz="2700">
                <a:solidFill>
                  <a:schemeClr val="accent4"/>
                </a:solidFill>
              </a:defRPr>
            </a:lvl5pPr>
            <a:lvl6pPr lvl="5" rtl="0">
              <a:lnSpc>
                <a:spcPct val="110000"/>
              </a:lnSpc>
              <a:spcBef>
                <a:spcPts val="0"/>
              </a:spcBef>
              <a:spcAft>
                <a:spcPts val="0"/>
              </a:spcAft>
              <a:buNone/>
              <a:defRPr sz="2700">
                <a:solidFill>
                  <a:schemeClr val="accent4"/>
                </a:solidFill>
              </a:defRPr>
            </a:lvl6pPr>
            <a:lvl7pPr lvl="6" rtl="0">
              <a:lnSpc>
                <a:spcPct val="110000"/>
              </a:lnSpc>
              <a:spcBef>
                <a:spcPts val="0"/>
              </a:spcBef>
              <a:spcAft>
                <a:spcPts val="0"/>
              </a:spcAft>
              <a:buNone/>
              <a:defRPr sz="2700">
                <a:solidFill>
                  <a:schemeClr val="accent4"/>
                </a:solidFill>
              </a:defRPr>
            </a:lvl7pPr>
            <a:lvl8pPr lvl="7" rtl="0">
              <a:lnSpc>
                <a:spcPct val="110000"/>
              </a:lnSpc>
              <a:spcBef>
                <a:spcPts val="0"/>
              </a:spcBef>
              <a:spcAft>
                <a:spcPts val="0"/>
              </a:spcAft>
              <a:buNone/>
              <a:defRPr sz="2700">
                <a:solidFill>
                  <a:schemeClr val="accent4"/>
                </a:solidFill>
              </a:defRPr>
            </a:lvl8pPr>
            <a:lvl9pPr lvl="8" rtl="0">
              <a:lnSpc>
                <a:spcPct val="110000"/>
              </a:lnSpc>
              <a:spcBef>
                <a:spcPts val="0"/>
              </a:spcBef>
              <a:spcAft>
                <a:spcPts val="0"/>
              </a:spcAft>
              <a:buNone/>
              <a:defRPr sz="2700">
                <a:solidFill>
                  <a:schemeClr val="accent4"/>
                </a:solidFill>
              </a:defRPr>
            </a:lvl9pPr>
          </a:lstStyle>
          <a:p/>
        </p:txBody>
      </p:sp>
      <p:sp>
        <p:nvSpPr>
          <p:cNvPr id="248" name="Google Shape;248;p43"/>
          <p:cNvSpPr txBox="1"/>
          <p:nvPr>
            <p:ph idx="18" type="subTitle"/>
          </p:nvPr>
        </p:nvSpPr>
        <p:spPr>
          <a:xfrm>
            <a:off x="8586216" y="72314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49" name="Google Shape;249;p43"/>
          <p:cNvSpPr txBox="1"/>
          <p:nvPr>
            <p:ph idx="19" type="subTitle"/>
          </p:nvPr>
        </p:nvSpPr>
        <p:spPr>
          <a:xfrm>
            <a:off x="13405104" y="72314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0" name="Google Shape;250;p43"/>
          <p:cNvSpPr txBox="1"/>
          <p:nvPr>
            <p:ph idx="20" type="subTitle"/>
          </p:nvPr>
        </p:nvSpPr>
        <p:spPr>
          <a:xfrm>
            <a:off x="8586216" y="28422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1" name="Google Shape;251;p43"/>
          <p:cNvSpPr txBox="1"/>
          <p:nvPr>
            <p:ph idx="21" type="subTitle"/>
          </p:nvPr>
        </p:nvSpPr>
        <p:spPr>
          <a:xfrm>
            <a:off x="13405104" y="28422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2" name="Google Shape;252;p43"/>
          <p:cNvSpPr txBox="1"/>
          <p:nvPr>
            <p:ph idx="22" type="subTitle"/>
          </p:nvPr>
        </p:nvSpPr>
        <p:spPr>
          <a:xfrm>
            <a:off x="8586216" y="45796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3" name="Google Shape;253;p43"/>
          <p:cNvSpPr txBox="1"/>
          <p:nvPr>
            <p:ph idx="23" type="subTitle"/>
          </p:nvPr>
        </p:nvSpPr>
        <p:spPr>
          <a:xfrm>
            <a:off x="13405104" y="45796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4" name="Google Shape;254;p43"/>
          <p:cNvSpPr txBox="1"/>
          <p:nvPr>
            <p:ph idx="24" type="subTitle"/>
          </p:nvPr>
        </p:nvSpPr>
        <p:spPr>
          <a:xfrm>
            <a:off x="8586216" y="63170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5" name="Google Shape;255;p43"/>
          <p:cNvSpPr txBox="1"/>
          <p:nvPr>
            <p:ph idx="25" type="subTitle"/>
          </p:nvPr>
        </p:nvSpPr>
        <p:spPr>
          <a:xfrm>
            <a:off x="13405104" y="63170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6" name="Google Shape;256;p43"/>
          <p:cNvSpPr txBox="1"/>
          <p:nvPr>
            <p:ph idx="26" type="subTitle"/>
          </p:nvPr>
        </p:nvSpPr>
        <p:spPr>
          <a:xfrm>
            <a:off x="8586216" y="805437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
        <p:nvSpPr>
          <p:cNvPr id="257" name="Google Shape;257;p43"/>
          <p:cNvSpPr txBox="1"/>
          <p:nvPr>
            <p:ph idx="27" type="subTitle"/>
          </p:nvPr>
        </p:nvSpPr>
        <p:spPr>
          <a:xfrm>
            <a:off x="13405104" y="805437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solidFill>
                  <a:schemeClr val="accent4"/>
                </a:solidFill>
              </a:defRPr>
            </a:lvl1pPr>
            <a:lvl2pPr lvl="1" rtl="0">
              <a:lnSpc>
                <a:spcPct val="125000"/>
              </a:lnSpc>
              <a:spcBef>
                <a:spcPts val="0"/>
              </a:spcBef>
              <a:spcAft>
                <a:spcPts val="0"/>
              </a:spcAft>
              <a:buNone/>
              <a:defRPr b="0">
                <a:solidFill>
                  <a:schemeClr val="accent4"/>
                </a:solidFill>
              </a:defRPr>
            </a:lvl2pPr>
            <a:lvl3pPr lvl="2" rtl="0">
              <a:lnSpc>
                <a:spcPct val="125000"/>
              </a:lnSpc>
              <a:spcBef>
                <a:spcPts val="0"/>
              </a:spcBef>
              <a:spcAft>
                <a:spcPts val="0"/>
              </a:spcAft>
              <a:buNone/>
              <a:defRPr b="0">
                <a:solidFill>
                  <a:schemeClr val="accent4"/>
                </a:solidFill>
              </a:defRPr>
            </a:lvl3pPr>
            <a:lvl4pPr lvl="3" rtl="0">
              <a:lnSpc>
                <a:spcPct val="125000"/>
              </a:lnSpc>
              <a:spcBef>
                <a:spcPts val="0"/>
              </a:spcBef>
              <a:spcAft>
                <a:spcPts val="0"/>
              </a:spcAft>
              <a:buNone/>
              <a:defRPr b="0">
                <a:solidFill>
                  <a:schemeClr val="accent4"/>
                </a:solidFill>
              </a:defRPr>
            </a:lvl4pPr>
            <a:lvl5pPr lvl="4" rtl="0">
              <a:lnSpc>
                <a:spcPct val="125000"/>
              </a:lnSpc>
              <a:spcBef>
                <a:spcPts val="0"/>
              </a:spcBef>
              <a:spcAft>
                <a:spcPts val="0"/>
              </a:spcAft>
              <a:buNone/>
              <a:defRPr b="0">
                <a:solidFill>
                  <a:schemeClr val="accent4"/>
                </a:solidFill>
              </a:defRPr>
            </a:lvl5pPr>
            <a:lvl6pPr lvl="5" rtl="0">
              <a:lnSpc>
                <a:spcPct val="125000"/>
              </a:lnSpc>
              <a:spcBef>
                <a:spcPts val="0"/>
              </a:spcBef>
              <a:spcAft>
                <a:spcPts val="0"/>
              </a:spcAft>
              <a:buNone/>
              <a:defRPr b="0">
                <a:solidFill>
                  <a:schemeClr val="accent4"/>
                </a:solidFill>
              </a:defRPr>
            </a:lvl6pPr>
            <a:lvl7pPr lvl="6" rtl="0">
              <a:lnSpc>
                <a:spcPct val="125000"/>
              </a:lnSpc>
              <a:spcBef>
                <a:spcPts val="0"/>
              </a:spcBef>
              <a:spcAft>
                <a:spcPts val="0"/>
              </a:spcAft>
              <a:buNone/>
              <a:defRPr b="0">
                <a:solidFill>
                  <a:schemeClr val="accent4"/>
                </a:solidFill>
              </a:defRPr>
            </a:lvl7pPr>
            <a:lvl8pPr lvl="7" rtl="0">
              <a:lnSpc>
                <a:spcPct val="125000"/>
              </a:lnSpc>
              <a:spcBef>
                <a:spcPts val="0"/>
              </a:spcBef>
              <a:spcAft>
                <a:spcPts val="0"/>
              </a:spcAft>
              <a:buNone/>
              <a:defRPr b="0">
                <a:solidFill>
                  <a:schemeClr val="accent4"/>
                </a:solidFill>
              </a:defRPr>
            </a:lvl8pPr>
            <a:lvl9pPr lvl="8" rtl="0">
              <a:lnSpc>
                <a:spcPct val="125000"/>
              </a:lnSpc>
              <a:spcBef>
                <a:spcPts val="0"/>
              </a:spcBef>
              <a:spcAft>
                <a:spcPts val="0"/>
              </a:spcAft>
              <a:buNone/>
              <a:defRPr b="0">
                <a:solidFill>
                  <a:schemeClr val="accent4"/>
                </a:solidFil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7_Mission">
  <p:cSld name="SECTION_HEADER_2_1_2_1_1">
    <p:bg>
      <p:bgPr>
        <a:solidFill>
          <a:schemeClr val="dk1"/>
        </a:solidFill>
      </p:bgPr>
    </p:bg>
    <p:spTree>
      <p:nvGrpSpPr>
        <p:cNvPr id="258" name="Shape 258"/>
        <p:cNvGrpSpPr/>
        <p:nvPr/>
      </p:nvGrpSpPr>
      <p:grpSpPr>
        <a:xfrm>
          <a:off x="0" y="0"/>
          <a:ext cx="0" cy="0"/>
          <a:chOff x="0" y="0"/>
          <a:chExt cx="0" cy="0"/>
        </a:xfrm>
      </p:grpSpPr>
      <p:sp>
        <p:nvSpPr>
          <p:cNvPr id="259" name="Google Shape;259;p44"/>
          <p:cNvSpPr txBox="1"/>
          <p:nvPr>
            <p:ph type="title"/>
          </p:nvPr>
        </p:nvSpPr>
        <p:spPr>
          <a:xfrm>
            <a:off x="1527048" y="3822192"/>
            <a:ext cx="13377600" cy="4114800"/>
          </a:xfrm>
          <a:prstGeom prst="rect">
            <a:avLst/>
          </a:prstGeom>
        </p:spPr>
        <p:txBody>
          <a:bodyPr anchorCtr="0" anchor="t" bIns="0" lIns="0" spcFirstLastPara="1" rIns="0" wrap="square" tIns="0">
            <a:noAutofit/>
          </a:bodyPr>
          <a:lstStyle>
            <a:lvl1pPr lvl="0" rtl="0">
              <a:lnSpc>
                <a:spcPct val="125000"/>
              </a:lnSpc>
              <a:spcBef>
                <a:spcPts val="0"/>
              </a:spcBef>
              <a:spcAft>
                <a:spcPts val="0"/>
              </a:spcAft>
              <a:buClr>
                <a:schemeClr val="accent4"/>
              </a:buClr>
              <a:buSzPts val="3600"/>
              <a:buNone/>
              <a:defRPr sz="3600">
                <a:solidFill>
                  <a:schemeClr val="accent4"/>
                </a:solidFill>
              </a:defRPr>
            </a:lvl1pPr>
            <a:lvl2pPr lvl="1" rtl="0" algn="ctr">
              <a:lnSpc>
                <a:spcPct val="125000"/>
              </a:lnSpc>
              <a:spcBef>
                <a:spcPts val="0"/>
              </a:spcBef>
              <a:spcAft>
                <a:spcPts val="0"/>
              </a:spcAft>
              <a:buClr>
                <a:schemeClr val="accent4"/>
              </a:buClr>
              <a:buSzPts val="3600"/>
              <a:buNone/>
              <a:defRPr sz="3600">
                <a:solidFill>
                  <a:schemeClr val="accent4"/>
                </a:solidFill>
              </a:defRPr>
            </a:lvl2pPr>
            <a:lvl3pPr lvl="2" rtl="0" algn="ctr">
              <a:lnSpc>
                <a:spcPct val="125000"/>
              </a:lnSpc>
              <a:spcBef>
                <a:spcPts val="0"/>
              </a:spcBef>
              <a:spcAft>
                <a:spcPts val="0"/>
              </a:spcAft>
              <a:buClr>
                <a:schemeClr val="accent4"/>
              </a:buClr>
              <a:buSzPts val="3600"/>
              <a:buNone/>
              <a:defRPr sz="3600">
                <a:solidFill>
                  <a:schemeClr val="accent4"/>
                </a:solidFill>
              </a:defRPr>
            </a:lvl3pPr>
            <a:lvl4pPr lvl="3" rtl="0" algn="ctr">
              <a:lnSpc>
                <a:spcPct val="125000"/>
              </a:lnSpc>
              <a:spcBef>
                <a:spcPts val="0"/>
              </a:spcBef>
              <a:spcAft>
                <a:spcPts val="0"/>
              </a:spcAft>
              <a:buClr>
                <a:schemeClr val="accent4"/>
              </a:buClr>
              <a:buSzPts val="3600"/>
              <a:buNone/>
              <a:defRPr sz="3600">
                <a:solidFill>
                  <a:schemeClr val="accent4"/>
                </a:solidFill>
              </a:defRPr>
            </a:lvl4pPr>
            <a:lvl5pPr lvl="4" rtl="0" algn="ctr">
              <a:lnSpc>
                <a:spcPct val="125000"/>
              </a:lnSpc>
              <a:spcBef>
                <a:spcPts val="0"/>
              </a:spcBef>
              <a:spcAft>
                <a:spcPts val="0"/>
              </a:spcAft>
              <a:buClr>
                <a:schemeClr val="accent4"/>
              </a:buClr>
              <a:buSzPts val="3600"/>
              <a:buNone/>
              <a:defRPr sz="3600">
                <a:solidFill>
                  <a:schemeClr val="accent4"/>
                </a:solidFill>
              </a:defRPr>
            </a:lvl5pPr>
            <a:lvl6pPr lvl="5" rtl="0" algn="ctr">
              <a:lnSpc>
                <a:spcPct val="125000"/>
              </a:lnSpc>
              <a:spcBef>
                <a:spcPts val="0"/>
              </a:spcBef>
              <a:spcAft>
                <a:spcPts val="0"/>
              </a:spcAft>
              <a:buClr>
                <a:schemeClr val="accent4"/>
              </a:buClr>
              <a:buSzPts val="3600"/>
              <a:buNone/>
              <a:defRPr sz="3600">
                <a:solidFill>
                  <a:schemeClr val="accent4"/>
                </a:solidFill>
              </a:defRPr>
            </a:lvl6pPr>
            <a:lvl7pPr lvl="6" rtl="0" algn="ctr">
              <a:lnSpc>
                <a:spcPct val="125000"/>
              </a:lnSpc>
              <a:spcBef>
                <a:spcPts val="0"/>
              </a:spcBef>
              <a:spcAft>
                <a:spcPts val="0"/>
              </a:spcAft>
              <a:buClr>
                <a:schemeClr val="accent4"/>
              </a:buClr>
              <a:buSzPts val="3600"/>
              <a:buNone/>
              <a:defRPr sz="3600">
                <a:solidFill>
                  <a:schemeClr val="accent4"/>
                </a:solidFill>
              </a:defRPr>
            </a:lvl7pPr>
            <a:lvl8pPr lvl="7" rtl="0" algn="ctr">
              <a:lnSpc>
                <a:spcPct val="125000"/>
              </a:lnSpc>
              <a:spcBef>
                <a:spcPts val="0"/>
              </a:spcBef>
              <a:spcAft>
                <a:spcPts val="0"/>
              </a:spcAft>
              <a:buClr>
                <a:schemeClr val="accent4"/>
              </a:buClr>
              <a:buSzPts val="3600"/>
              <a:buNone/>
              <a:defRPr sz="3600">
                <a:solidFill>
                  <a:schemeClr val="accent4"/>
                </a:solidFill>
              </a:defRPr>
            </a:lvl8pPr>
            <a:lvl9pPr lvl="8" rtl="0" algn="ctr">
              <a:lnSpc>
                <a:spcPct val="125000"/>
              </a:lnSpc>
              <a:spcBef>
                <a:spcPts val="0"/>
              </a:spcBef>
              <a:spcAft>
                <a:spcPts val="0"/>
              </a:spcAft>
              <a:buClr>
                <a:schemeClr val="accent4"/>
              </a:buClr>
              <a:buSzPts val="3600"/>
              <a:buNone/>
              <a:defRPr sz="3600">
                <a:solidFill>
                  <a:schemeClr val="accent4"/>
                </a:solidFill>
              </a:defRPr>
            </a:lvl9pPr>
          </a:lstStyle>
          <a:p/>
        </p:txBody>
      </p:sp>
      <p:sp>
        <p:nvSpPr>
          <p:cNvPr id="260" name="Google Shape;260;p44"/>
          <p:cNvSpPr txBox="1"/>
          <p:nvPr>
            <p:ph idx="1" type="subTitle"/>
          </p:nvPr>
        </p:nvSpPr>
        <p:spPr>
          <a:xfrm>
            <a:off x="1527048" y="2999232"/>
            <a:ext cx="133776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solidFill>
                  <a:schemeClr val="accent4"/>
                </a:solidFill>
              </a:defRPr>
            </a:lvl1pPr>
            <a:lvl2pPr lvl="1" rtl="0">
              <a:lnSpc>
                <a:spcPct val="125000"/>
              </a:lnSpc>
              <a:spcBef>
                <a:spcPts val="0"/>
              </a:spcBef>
              <a:spcAft>
                <a:spcPts val="0"/>
              </a:spcAft>
              <a:buNone/>
              <a:defRPr sz="1800">
                <a:solidFill>
                  <a:schemeClr val="accent4"/>
                </a:solidFill>
              </a:defRPr>
            </a:lvl2pPr>
            <a:lvl3pPr lvl="2" rtl="0">
              <a:lnSpc>
                <a:spcPct val="125000"/>
              </a:lnSpc>
              <a:spcBef>
                <a:spcPts val="0"/>
              </a:spcBef>
              <a:spcAft>
                <a:spcPts val="0"/>
              </a:spcAft>
              <a:buNone/>
              <a:defRPr sz="1800">
                <a:solidFill>
                  <a:schemeClr val="accent4"/>
                </a:solidFill>
              </a:defRPr>
            </a:lvl3pPr>
            <a:lvl4pPr lvl="3" rtl="0">
              <a:lnSpc>
                <a:spcPct val="125000"/>
              </a:lnSpc>
              <a:spcBef>
                <a:spcPts val="0"/>
              </a:spcBef>
              <a:spcAft>
                <a:spcPts val="0"/>
              </a:spcAft>
              <a:buNone/>
              <a:defRPr sz="1800">
                <a:solidFill>
                  <a:schemeClr val="accent4"/>
                </a:solidFill>
              </a:defRPr>
            </a:lvl4pPr>
            <a:lvl5pPr lvl="4" rtl="0">
              <a:lnSpc>
                <a:spcPct val="125000"/>
              </a:lnSpc>
              <a:spcBef>
                <a:spcPts val="0"/>
              </a:spcBef>
              <a:spcAft>
                <a:spcPts val="0"/>
              </a:spcAft>
              <a:buNone/>
              <a:defRPr sz="1800">
                <a:solidFill>
                  <a:schemeClr val="accent4"/>
                </a:solidFill>
              </a:defRPr>
            </a:lvl5pPr>
            <a:lvl6pPr lvl="5" rtl="0">
              <a:lnSpc>
                <a:spcPct val="125000"/>
              </a:lnSpc>
              <a:spcBef>
                <a:spcPts val="0"/>
              </a:spcBef>
              <a:spcAft>
                <a:spcPts val="0"/>
              </a:spcAft>
              <a:buNone/>
              <a:defRPr sz="1800">
                <a:solidFill>
                  <a:schemeClr val="accent4"/>
                </a:solidFill>
              </a:defRPr>
            </a:lvl6pPr>
            <a:lvl7pPr lvl="6" rtl="0">
              <a:lnSpc>
                <a:spcPct val="125000"/>
              </a:lnSpc>
              <a:spcBef>
                <a:spcPts val="0"/>
              </a:spcBef>
              <a:spcAft>
                <a:spcPts val="0"/>
              </a:spcAft>
              <a:buNone/>
              <a:defRPr sz="1800">
                <a:solidFill>
                  <a:schemeClr val="accent4"/>
                </a:solidFill>
              </a:defRPr>
            </a:lvl7pPr>
            <a:lvl8pPr lvl="7" rtl="0">
              <a:lnSpc>
                <a:spcPct val="125000"/>
              </a:lnSpc>
              <a:spcBef>
                <a:spcPts val="0"/>
              </a:spcBef>
              <a:spcAft>
                <a:spcPts val="0"/>
              </a:spcAft>
              <a:buNone/>
              <a:defRPr sz="1800">
                <a:solidFill>
                  <a:schemeClr val="accent4"/>
                </a:solidFill>
              </a:defRPr>
            </a:lvl8pPr>
            <a:lvl9pPr lvl="8" rtl="0">
              <a:lnSpc>
                <a:spcPct val="125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Quote">
  <p:cSld name="SECTION_HEADER_2_1_2_2_1">
    <p:bg>
      <p:bgPr>
        <a:solidFill>
          <a:schemeClr val="dk1"/>
        </a:solidFill>
      </p:bgPr>
    </p:bg>
    <p:spTree>
      <p:nvGrpSpPr>
        <p:cNvPr id="261" name="Shape 261"/>
        <p:cNvGrpSpPr/>
        <p:nvPr/>
      </p:nvGrpSpPr>
      <p:grpSpPr>
        <a:xfrm>
          <a:off x="0" y="0"/>
          <a:ext cx="0" cy="0"/>
          <a:chOff x="0" y="0"/>
          <a:chExt cx="0" cy="0"/>
        </a:xfrm>
      </p:grpSpPr>
      <p:sp>
        <p:nvSpPr>
          <p:cNvPr id="262" name="Google Shape;262;p45"/>
          <p:cNvSpPr txBox="1"/>
          <p:nvPr>
            <p:ph type="title"/>
          </p:nvPr>
        </p:nvSpPr>
        <p:spPr>
          <a:xfrm>
            <a:off x="1527048" y="2788920"/>
            <a:ext cx="13377600" cy="4114800"/>
          </a:xfrm>
          <a:prstGeom prst="rect">
            <a:avLst/>
          </a:prstGeom>
        </p:spPr>
        <p:txBody>
          <a:bodyPr anchorCtr="0" anchor="b" bIns="0" lIns="0" spcFirstLastPara="1" rIns="0" wrap="square" tIns="0">
            <a:noAutofit/>
          </a:bodyPr>
          <a:lstStyle>
            <a:lvl1pPr lvl="0" rtl="0">
              <a:lnSpc>
                <a:spcPct val="125000"/>
              </a:lnSpc>
              <a:spcBef>
                <a:spcPts val="0"/>
              </a:spcBef>
              <a:spcAft>
                <a:spcPts val="0"/>
              </a:spcAft>
              <a:buClr>
                <a:schemeClr val="accent4"/>
              </a:buClr>
              <a:buSzPts val="3600"/>
              <a:buNone/>
              <a:defRPr sz="3600">
                <a:solidFill>
                  <a:schemeClr val="accent4"/>
                </a:solidFill>
              </a:defRPr>
            </a:lvl1pPr>
            <a:lvl2pPr lvl="1" rtl="0" algn="ctr">
              <a:lnSpc>
                <a:spcPct val="125000"/>
              </a:lnSpc>
              <a:spcBef>
                <a:spcPts val="0"/>
              </a:spcBef>
              <a:spcAft>
                <a:spcPts val="0"/>
              </a:spcAft>
              <a:buClr>
                <a:schemeClr val="accent4"/>
              </a:buClr>
              <a:buSzPts val="3600"/>
              <a:buNone/>
              <a:defRPr sz="3600">
                <a:solidFill>
                  <a:schemeClr val="accent4"/>
                </a:solidFill>
              </a:defRPr>
            </a:lvl2pPr>
            <a:lvl3pPr lvl="2" rtl="0" algn="ctr">
              <a:lnSpc>
                <a:spcPct val="125000"/>
              </a:lnSpc>
              <a:spcBef>
                <a:spcPts val="0"/>
              </a:spcBef>
              <a:spcAft>
                <a:spcPts val="0"/>
              </a:spcAft>
              <a:buClr>
                <a:schemeClr val="accent4"/>
              </a:buClr>
              <a:buSzPts val="3600"/>
              <a:buNone/>
              <a:defRPr sz="3600">
                <a:solidFill>
                  <a:schemeClr val="accent4"/>
                </a:solidFill>
              </a:defRPr>
            </a:lvl3pPr>
            <a:lvl4pPr lvl="3" rtl="0" algn="ctr">
              <a:lnSpc>
                <a:spcPct val="125000"/>
              </a:lnSpc>
              <a:spcBef>
                <a:spcPts val="0"/>
              </a:spcBef>
              <a:spcAft>
                <a:spcPts val="0"/>
              </a:spcAft>
              <a:buClr>
                <a:schemeClr val="accent4"/>
              </a:buClr>
              <a:buSzPts val="3600"/>
              <a:buNone/>
              <a:defRPr sz="3600">
                <a:solidFill>
                  <a:schemeClr val="accent4"/>
                </a:solidFill>
              </a:defRPr>
            </a:lvl4pPr>
            <a:lvl5pPr lvl="4" rtl="0" algn="ctr">
              <a:lnSpc>
                <a:spcPct val="125000"/>
              </a:lnSpc>
              <a:spcBef>
                <a:spcPts val="0"/>
              </a:spcBef>
              <a:spcAft>
                <a:spcPts val="0"/>
              </a:spcAft>
              <a:buClr>
                <a:schemeClr val="accent4"/>
              </a:buClr>
              <a:buSzPts val="3600"/>
              <a:buNone/>
              <a:defRPr sz="3600">
                <a:solidFill>
                  <a:schemeClr val="accent4"/>
                </a:solidFill>
              </a:defRPr>
            </a:lvl5pPr>
            <a:lvl6pPr lvl="5" rtl="0" algn="ctr">
              <a:lnSpc>
                <a:spcPct val="125000"/>
              </a:lnSpc>
              <a:spcBef>
                <a:spcPts val="0"/>
              </a:spcBef>
              <a:spcAft>
                <a:spcPts val="0"/>
              </a:spcAft>
              <a:buClr>
                <a:schemeClr val="accent4"/>
              </a:buClr>
              <a:buSzPts val="3600"/>
              <a:buNone/>
              <a:defRPr sz="3600">
                <a:solidFill>
                  <a:schemeClr val="accent4"/>
                </a:solidFill>
              </a:defRPr>
            </a:lvl6pPr>
            <a:lvl7pPr lvl="6" rtl="0" algn="ctr">
              <a:lnSpc>
                <a:spcPct val="125000"/>
              </a:lnSpc>
              <a:spcBef>
                <a:spcPts val="0"/>
              </a:spcBef>
              <a:spcAft>
                <a:spcPts val="0"/>
              </a:spcAft>
              <a:buClr>
                <a:schemeClr val="accent4"/>
              </a:buClr>
              <a:buSzPts val="3600"/>
              <a:buNone/>
              <a:defRPr sz="3600">
                <a:solidFill>
                  <a:schemeClr val="accent4"/>
                </a:solidFill>
              </a:defRPr>
            </a:lvl7pPr>
            <a:lvl8pPr lvl="7" rtl="0" algn="ctr">
              <a:lnSpc>
                <a:spcPct val="125000"/>
              </a:lnSpc>
              <a:spcBef>
                <a:spcPts val="0"/>
              </a:spcBef>
              <a:spcAft>
                <a:spcPts val="0"/>
              </a:spcAft>
              <a:buClr>
                <a:schemeClr val="accent4"/>
              </a:buClr>
              <a:buSzPts val="3600"/>
              <a:buNone/>
              <a:defRPr sz="3600">
                <a:solidFill>
                  <a:schemeClr val="accent4"/>
                </a:solidFill>
              </a:defRPr>
            </a:lvl8pPr>
            <a:lvl9pPr lvl="8" rtl="0" algn="ctr">
              <a:lnSpc>
                <a:spcPct val="125000"/>
              </a:lnSpc>
              <a:spcBef>
                <a:spcPts val="0"/>
              </a:spcBef>
              <a:spcAft>
                <a:spcPts val="0"/>
              </a:spcAft>
              <a:buClr>
                <a:schemeClr val="accent4"/>
              </a:buClr>
              <a:buSzPts val="3600"/>
              <a:buNone/>
              <a:defRPr sz="3600">
                <a:solidFill>
                  <a:schemeClr val="accent4"/>
                </a:solidFill>
              </a:defRPr>
            </a:lvl9pPr>
          </a:lstStyle>
          <a:p/>
        </p:txBody>
      </p:sp>
      <p:sp>
        <p:nvSpPr>
          <p:cNvPr id="263" name="Google Shape;263;p45"/>
          <p:cNvSpPr txBox="1"/>
          <p:nvPr>
            <p:ph idx="1" type="subTitle"/>
          </p:nvPr>
        </p:nvSpPr>
        <p:spPr>
          <a:xfrm>
            <a:off x="1527048" y="7543800"/>
            <a:ext cx="133776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solidFill>
                  <a:schemeClr val="accent4"/>
                </a:solidFill>
              </a:defRPr>
            </a:lvl1pPr>
            <a:lvl2pPr lvl="1" rtl="0">
              <a:lnSpc>
                <a:spcPct val="125000"/>
              </a:lnSpc>
              <a:spcBef>
                <a:spcPts val="0"/>
              </a:spcBef>
              <a:spcAft>
                <a:spcPts val="0"/>
              </a:spcAft>
              <a:buNone/>
              <a:defRPr sz="1800">
                <a:solidFill>
                  <a:schemeClr val="accent4"/>
                </a:solidFill>
              </a:defRPr>
            </a:lvl2pPr>
            <a:lvl3pPr lvl="2" rtl="0">
              <a:lnSpc>
                <a:spcPct val="125000"/>
              </a:lnSpc>
              <a:spcBef>
                <a:spcPts val="0"/>
              </a:spcBef>
              <a:spcAft>
                <a:spcPts val="0"/>
              </a:spcAft>
              <a:buNone/>
              <a:defRPr sz="1800">
                <a:solidFill>
                  <a:schemeClr val="accent4"/>
                </a:solidFill>
              </a:defRPr>
            </a:lvl3pPr>
            <a:lvl4pPr lvl="3" rtl="0">
              <a:lnSpc>
                <a:spcPct val="125000"/>
              </a:lnSpc>
              <a:spcBef>
                <a:spcPts val="0"/>
              </a:spcBef>
              <a:spcAft>
                <a:spcPts val="0"/>
              </a:spcAft>
              <a:buNone/>
              <a:defRPr sz="1800">
                <a:solidFill>
                  <a:schemeClr val="accent4"/>
                </a:solidFill>
              </a:defRPr>
            </a:lvl4pPr>
            <a:lvl5pPr lvl="4" rtl="0">
              <a:lnSpc>
                <a:spcPct val="125000"/>
              </a:lnSpc>
              <a:spcBef>
                <a:spcPts val="0"/>
              </a:spcBef>
              <a:spcAft>
                <a:spcPts val="0"/>
              </a:spcAft>
              <a:buNone/>
              <a:defRPr sz="1800">
                <a:solidFill>
                  <a:schemeClr val="accent4"/>
                </a:solidFill>
              </a:defRPr>
            </a:lvl5pPr>
            <a:lvl6pPr lvl="5" rtl="0">
              <a:lnSpc>
                <a:spcPct val="125000"/>
              </a:lnSpc>
              <a:spcBef>
                <a:spcPts val="0"/>
              </a:spcBef>
              <a:spcAft>
                <a:spcPts val="0"/>
              </a:spcAft>
              <a:buNone/>
              <a:defRPr sz="1800">
                <a:solidFill>
                  <a:schemeClr val="accent4"/>
                </a:solidFill>
              </a:defRPr>
            </a:lvl6pPr>
            <a:lvl7pPr lvl="6" rtl="0">
              <a:lnSpc>
                <a:spcPct val="125000"/>
              </a:lnSpc>
              <a:spcBef>
                <a:spcPts val="0"/>
              </a:spcBef>
              <a:spcAft>
                <a:spcPts val="0"/>
              </a:spcAft>
              <a:buNone/>
              <a:defRPr sz="1800">
                <a:solidFill>
                  <a:schemeClr val="accent4"/>
                </a:solidFill>
              </a:defRPr>
            </a:lvl7pPr>
            <a:lvl8pPr lvl="7" rtl="0">
              <a:lnSpc>
                <a:spcPct val="125000"/>
              </a:lnSpc>
              <a:spcBef>
                <a:spcPts val="0"/>
              </a:spcBef>
              <a:spcAft>
                <a:spcPts val="0"/>
              </a:spcAft>
              <a:buNone/>
              <a:defRPr sz="1800">
                <a:solidFill>
                  <a:schemeClr val="accent4"/>
                </a:solidFill>
              </a:defRPr>
            </a:lvl8pPr>
            <a:lvl9pPr lvl="8" rtl="0">
              <a:lnSpc>
                <a:spcPct val="125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3_Section">
  <p:cSld name="SECTION_HEADER_2_3_1">
    <p:bg>
      <p:bgPr>
        <a:solidFill>
          <a:schemeClr val="dk1"/>
        </a:solidFill>
      </p:bgPr>
    </p:bg>
    <p:spTree>
      <p:nvGrpSpPr>
        <p:cNvPr id="264" name="Shape 264"/>
        <p:cNvGrpSpPr/>
        <p:nvPr/>
      </p:nvGrpSpPr>
      <p:grpSpPr>
        <a:xfrm>
          <a:off x="0" y="0"/>
          <a:ext cx="0" cy="0"/>
          <a:chOff x="0" y="0"/>
          <a:chExt cx="0" cy="0"/>
        </a:xfrm>
      </p:grpSpPr>
      <p:sp>
        <p:nvSpPr>
          <p:cNvPr id="265" name="Google Shape;265;p46"/>
          <p:cNvSpPr txBox="1"/>
          <p:nvPr>
            <p:ph type="ctrTitle"/>
          </p:nvPr>
        </p:nvSpPr>
        <p:spPr>
          <a:xfrm>
            <a:off x="1527048" y="4207788"/>
            <a:ext cx="11964900" cy="1719000"/>
          </a:xfrm>
          <a:prstGeom prst="rect">
            <a:avLst/>
          </a:prstGeom>
        </p:spPr>
        <p:txBody>
          <a:bodyPr anchorCtr="0" anchor="ctr"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6_Section_Gradient_Dark">
  <p:cSld name="SECTION_HEADER_2_3_1_1">
    <p:bg>
      <p:bgPr>
        <a:blipFill>
          <a:blip r:embed="rId2">
            <a:alphaModFix/>
          </a:blip>
          <a:stretch>
            <a:fillRect/>
          </a:stretch>
        </a:blipFill>
      </p:bgPr>
    </p:bg>
    <p:spTree>
      <p:nvGrpSpPr>
        <p:cNvPr id="266" name="Shape 266"/>
        <p:cNvGrpSpPr/>
        <p:nvPr/>
      </p:nvGrpSpPr>
      <p:grpSpPr>
        <a:xfrm>
          <a:off x="0" y="0"/>
          <a:ext cx="0" cy="0"/>
          <a:chOff x="0" y="0"/>
          <a:chExt cx="0" cy="0"/>
        </a:xfrm>
      </p:grpSpPr>
      <p:sp>
        <p:nvSpPr>
          <p:cNvPr id="267" name="Google Shape;267;p47"/>
          <p:cNvSpPr txBox="1"/>
          <p:nvPr>
            <p:ph type="ctrTitle"/>
          </p:nvPr>
        </p:nvSpPr>
        <p:spPr>
          <a:xfrm>
            <a:off x="1527048" y="4207788"/>
            <a:ext cx="11964900" cy="1719000"/>
          </a:xfrm>
          <a:prstGeom prst="rect">
            <a:avLst/>
          </a:prstGeom>
        </p:spPr>
        <p:txBody>
          <a:bodyPr anchorCtr="0" anchor="ctr"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6_Section_Gradient_Dark_Saturated">
  <p:cSld name="SECTION_HEADER_2_3_1_1_1">
    <p:bg>
      <p:bgPr>
        <a:blipFill>
          <a:blip r:embed="rId2">
            <a:alphaModFix/>
          </a:blip>
          <a:stretch>
            <a:fillRect/>
          </a:stretch>
        </a:blipFill>
      </p:bgPr>
    </p:bg>
    <p:spTree>
      <p:nvGrpSpPr>
        <p:cNvPr id="268" name="Shape 268"/>
        <p:cNvGrpSpPr/>
        <p:nvPr/>
      </p:nvGrpSpPr>
      <p:grpSpPr>
        <a:xfrm>
          <a:off x="0" y="0"/>
          <a:ext cx="0" cy="0"/>
          <a:chOff x="0" y="0"/>
          <a:chExt cx="0" cy="0"/>
        </a:xfrm>
      </p:grpSpPr>
      <p:sp>
        <p:nvSpPr>
          <p:cNvPr id="269" name="Google Shape;269;p48"/>
          <p:cNvSpPr txBox="1"/>
          <p:nvPr>
            <p:ph type="ctrTitle"/>
          </p:nvPr>
        </p:nvSpPr>
        <p:spPr>
          <a:xfrm>
            <a:off x="1527048" y="4207788"/>
            <a:ext cx="11964900" cy="1719000"/>
          </a:xfrm>
          <a:prstGeom prst="rect">
            <a:avLst/>
          </a:prstGeom>
        </p:spPr>
        <p:txBody>
          <a:bodyPr anchorCtr="0" anchor="ctr" bIns="0" lIns="0" spcFirstLastPara="1" rIns="0" wrap="square" tIns="0">
            <a:noAutofit/>
          </a:bodyPr>
          <a:lstStyle>
            <a:lvl1pPr lvl="0">
              <a:spcBef>
                <a:spcPts val="0"/>
              </a:spcBef>
              <a:spcAft>
                <a:spcPts val="0"/>
              </a:spcAft>
              <a:buClr>
                <a:schemeClr val="accent4"/>
              </a:buClr>
              <a:buSzPts val="5600"/>
              <a:buNone/>
              <a:defRPr>
                <a:solidFill>
                  <a:schemeClr val="accent4"/>
                </a:solidFill>
              </a:defRPr>
            </a:lvl1pPr>
            <a:lvl2pPr lvl="1">
              <a:spcBef>
                <a:spcPts val="0"/>
              </a:spcBef>
              <a:spcAft>
                <a:spcPts val="0"/>
              </a:spcAft>
              <a:buClr>
                <a:schemeClr val="accent4"/>
              </a:buClr>
              <a:buSzPts val="5600"/>
              <a:buNone/>
              <a:defRPr>
                <a:solidFill>
                  <a:schemeClr val="accent4"/>
                </a:solidFill>
              </a:defRPr>
            </a:lvl2pPr>
            <a:lvl3pPr lvl="2">
              <a:spcBef>
                <a:spcPts val="0"/>
              </a:spcBef>
              <a:spcAft>
                <a:spcPts val="0"/>
              </a:spcAft>
              <a:buClr>
                <a:schemeClr val="accent4"/>
              </a:buClr>
              <a:buSzPts val="5600"/>
              <a:buNone/>
              <a:defRPr>
                <a:solidFill>
                  <a:schemeClr val="accent4"/>
                </a:solidFill>
              </a:defRPr>
            </a:lvl3pPr>
            <a:lvl4pPr lvl="3">
              <a:spcBef>
                <a:spcPts val="0"/>
              </a:spcBef>
              <a:spcAft>
                <a:spcPts val="0"/>
              </a:spcAft>
              <a:buClr>
                <a:schemeClr val="accent4"/>
              </a:buClr>
              <a:buSzPts val="5600"/>
              <a:buNone/>
              <a:defRPr>
                <a:solidFill>
                  <a:schemeClr val="accent4"/>
                </a:solidFill>
              </a:defRPr>
            </a:lvl4pPr>
            <a:lvl5pPr lvl="4">
              <a:spcBef>
                <a:spcPts val="0"/>
              </a:spcBef>
              <a:spcAft>
                <a:spcPts val="0"/>
              </a:spcAft>
              <a:buClr>
                <a:schemeClr val="accent4"/>
              </a:buClr>
              <a:buSzPts val="5600"/>
              <a:buNone/>
              <a:defRPr>
                <a:solidFill>
                  <a:schemeClr val="accent4"/>
                </a:solidFill>
              </a:defRPr>
            </a:lvl5pPr>
            <a:lvl6pPr lvl="5">
              <a:spcBef>
                <a:spcPts val="0"/>
              </a:spcBef>
              <a:spcAft>
                <a:spcPts val="0"/>
              </a:spcAft>
              <a:buClr>
                <a:schemeClr val="accent4"/>
              </a:buClr>
              <a:buSzPts val="5600"/>
              <a:buNone/>
              <a:defRPr>
                <a:solidFill>
                  <a:schemeClr val="accent4"/>
                </a:solidFill>
              </a:defRPr>
            </a:lvl6pPr>
            <a:lvl7pPr lvl="6">
              <a:spcBef>
                <a:spcPts val="0"/>
              </a:spcBef>
              <a:spcAft>
                <a:spcPts val="0"/>
              </a:spcAft>
              <a:buClr>
                <a:schemeClr val="accent4"/>
              </a:buClr>
              <a:buSzPts val="5600"/>
              <a:buNone/>
              <a:defRPr>
                <a:solidFill>
                  <a:schemeClr val="accent4"/>
                </a:solidFill>
              </a:defRPr>
            </a:lvl7pPr>
            <a:lvl8pPr lvl="7">
              <a:spcBef>
                <a:spcPts val="0"/>
              </a:spcBef>
              <a:spcAft>
                <a:spcPts val="0"/>
              </a:spcAft>
              <a:buClr>
                <a:schemeClr val="accent4"/>
              </a:buClr>
              <a:buSzPts val="5600"/>
              <a:buNone/>
              <a:defRPr>
                <a:solidFill>
                  <a:schemeClr val="accent4"/>
                </a:solidFill>
              </a:defRPr>
            </a:lvl8pPr>
            <a:lvl9pPr lvl="8">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6_Section_Gradient_Light_Saturated">
  <p:cSld name="SECTION_HEADER_2_3_1_1_1_1">
    <p:bg>
      <p:bgPr>
        <a:blipFill>
          <a:blip r:embed="rId2">
            <a:alphaModFix/>
          </a:blip>
          <a:stretch>
            <a:fillRect/>
          </a:stretch>
        </a:blipFill>
      </p:bgPr>
    </p:bg>
    <p:spTree>
      <p:nvGrpSpPr>
        <p:cNvPr id="270" name="Shape 270"/>
        <p:cNvGrpSpPr/>
        <p:nvPr/>
      </p:nvGrpSpPr>
      <p:grpSpPr>
        <a:xfrm>
          <a:off x="0" y="0"/>
          <a:ext cx="0" cy="0"/>
          <a:chOff x="0" y="0"/>
          <a:chExt cx="0" cy="0"/>
        </a:xfrm>
      </p:grpSpPr>
      <p:sp>
        <p:nvSpPr>
          <p:cNvPr id="271" name="Google Shape;271;p49"/>
          <p:cNvSpPr txBox="1"/>
          <p:nvPr>
            <p:ph type="ctrTitle"/>
          </p:nvPr>
        </p:nvSpPr>
        <p:spPr>
          <a:xfrm>
            <a:off x="1527048" y="4207788"/>
            <a:ext cx="11964900" cy="1719000"/>
          </a:xfrm>
          <a:prstGeom prst="rect">
            <a:avLst/>
          </a:prstGeom>
        </p:spPr>
        <p:txBody>
          <a:bodyPr anchorCtr="0" anchor="ctr" bIns="0" lIns="0" spcFirstLastPara="1" rIns="0" wrap="square" tIns="0">
            <a:noAutofit/>
          </a:bodyPr>
          <a:lstStyle>
            <a:lvl1pPr lvl="0">
              <a:spcBef>
                <a:spcPts val="0"/>
              </a:spcBef>
              <a:spcAft>
                <a:spcPts val="0"/>
              </a:spcAft>
              <a:buClr>
                <a:schemeClr val="accent4"/>
              </a:buClr>
              <a:buSzPts val="5600"/>
              <a:buNone/>
              <a:defRPr>
                <a:solidFill>
                  <a:schemeClr val="accent4"/>
                </a:solidFill>
              </a:defRPr>
            </a:lvl1pPr>
            <a:lvl2pPr lvl="1">
              <a:spcBef>
                <a:spcPts val="0"/>
              </a:spcBef>
              <a:spcAft>
                <a:spcPts val="0"/>
              </a:spcAft>
              <a:buClr>
                <a:schemeClr val="accent4"/>
              </a:buClr>
              <a:buSzPts val="5600"/>
              <a:buNone/>
              <a:defRPr>
                <a:solidFill>
                  <a:schemeClr val="accent4"/>
                </a:solidFill>
              </a:defRPr>
            </a:lvl2pPr>
            <a:lvl3pPr lvl="2">
              <a:spcBef>
                <a:spcPts val="0"/>
              </a:spcBef>
              <a:spcAft>
                <a:spcPts val="0"/>
              </a:spcAft>
              <a:buClr>
                <a:schemeClr val="accent4"/>
              </a:buClr>
              <a:buSzPts val="5600"/>
              <a:buNone/>
              <a:defRPr>
                <a:solidFill>
                  <a:schemeClr val="accent4"/>
                </a:solidFill>
              </a:defRPr>
            </a:lvl3pPr>
            <a:lvl4pPr lvl="3">
              <a:spcBef>
                <a:spcPts val="0"/>
              </a:spcBef>
              <a:spcAft>
                <a:spcPts val="0"/>
              </a:spcAft>
              <a:buClr>
                <a:schemeClr val="accent4"/>
              </a:buClr>
              <a:buSzPts val="5600"/>
              <a:buNone/>
              <a:defRPr>
                <a:solidFill>
                  <a:schemeClr val="accent4"/>
                </a:solidFill>
              </a:defRPr>
            </a:lvl4pPr>
            <a:lvl5pPr lvl="4">
              <a:spcBef>
                <a:spcPts val="0"/>
              </a:spcBef>
              <a:spcAft>
                <a:spcPts val="0"/>
              </a:spcAft>
              <a:buClr>
                <a:schemeClr val="accent4"/>
              </a:buClr>
              <a:buSzPts val="5600"/>
              <a:buNone/>
              <a:defRPr>
                <a:solidFill>
                  <a:schemeClr val="accent4"/>
                </a:solidFill>
              </a:defRPr>
            </a:lvl5pPr>
            <a:lvl6pPr lvl="5">
              <a:spcBef>
                <a:spcPts val="0"/>
              </a:spcBef>
              <a:spcAft>
                <a:spcPts val="0"/>
              </a:spcAft>
              <a:buClr>
                <a:schemeClr val="accent4"/>
              </a:buClr>
              <a:buSzPts val="5600"/>
              <a:buNone/>
              <a:defRPr>
                <a:solidFill>
                  <a:schemeClr val="accent4"/>
                </a:solidFill>
              </a:defRPr>
            </a:lvl6pPr>
            <a:lvl7pPr lvl="6">
              <a:spcBef>
                <a:spcPts val="0"/>
              </a:spcBef>
              <a:spcAft>
                <a:spcPts val="0"/>
              </a:spcAft>
              <a:buClr>
                <a:schemeClr val="accent4"/>
              </a:buClr>
              <a:buSzPts val="5600"/>
              <a:buNone/>
              <a:defRPr>
                <a:solidFill>
                  <a:schemeClr val="accent4"/>
                </a:solidFill>
              </a:defRPr>
            </a:lvl7pPr>
            <a:lvl8pPr lvl="7">
              <a:spcBef>
                <a:spcPts val="0"/>
              </a:spcBef>
              <a:spcAft>
                <a:spcPts val="0"/>
              </a:spcAft>
              <a:buClr>
                <a:schemeClr val="accent4"/>
              </a:buClr>
              <a:buSzPts val="5600"/>
              <a:buNone/>
              <a:defRPr>
                <a:solidFill>
                  <a:schemeClr val="accent4"/>
                </a:solidFill>
              </a:defRPr>
            </a:lvl8pPr>
            <a:lvl9pPr lvl="8">
              <a:spcBef>
                <a:spcPts val="0"/>
              </a:spcBef>
              <a:spcAft>
                <a:spcPts val="0"/>
              </a:spcAft>
              <a:buClr>
                <a:schemeClr val="accent4"/>
              </a:buClr>
              <a:buSzPts val="5600"/>
              <a:buNone/>
              <a:defRPr>
                <a:solidFill>
                  <a:schemeClr val="accent4"/>
                </a:solidFil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6_Section_Gradient_Light">
  <p:cSld name="SECTION_HEADER_2_3_1_1_1_1_1">
    <p:bg>
      <p:bgPr>
        <a:blipFill>
          <a:blip r:embed="rId2">
            <a:alphaModFix/>
          </a:blip>
          <a:stretch>
            <a:fillRect/>
          </a:stretch>
        </a:blipFill>
      </p:bgPr>
    </p:bg>
    <p:spTree>
      <p:nvGrpSpPr>
        <p:cNvPr id="272" name="Shape 272"/>
        <p:cNvGrpSpPr/>
        <p:nvPr/>
      </p:nvGrpSpPr>
      <p:grpSpPr>
        <a:xfrm>
          <a:off x="0" y="0"/>
          <a:ext cx="0" cy="0"/>
          <a:chOff x="0" y="0"/>
          <a:chExt cx="0" cy="0"/>
        </a:xfrm>
      </p:grpSpPr>
      <p:sp>
        <p:nvSpPr>
          <p:cNvPr id="273" name="Google Shape;273;p50"/>
          <p:cNvSpPr txBox="1"/>
          <p:nvPr>
            <p:ph type="ctrTitle"/>
          </p:nvPr>
        </p:nvSpPr>
        <p:spPr>
          <a:xfrm>
            <a:off x="1527048" y="4207788"/>
            <a:ext cx="11964900" cy="1719000"/>
          </a:xfrm>
          <a:prstGeom prst="rect">
            <a:avLst/>
          </a:prstGeom>
        </p:spPr>
        <p:txBody>
          <a:bodyPr anchorCtr="0" anchor="ctr" bIns="0" lIns="0" spcFirstLastPara="1" rIns="0" wrap="square" tIns="0">
            <a:noAutofit/>
          </a:bodyPr>
          <a:lstStyle>
            <a:lvl1pPr lvl="0">
              <a:spcBef>
                <a:spcPts val="0"/>
              </a:spcBef>
              <a:spcAft>
                <a:spcPts val="0"/>
              </a:spcAft>
              <a:buSzPts val="5600"/>
              <a:buNone/>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9_Text">
  <p:cSld name="TITLE_AND_BODY_1_2">
    <p:bg>
      <p:bgPr>
        <a:solidFill>
          <a:schemeClr val="dk1"/>
        </a:solidFill>
      </p:bgPr>
    </p:bg>
    <p:spTree>
      <p:nvGrpSpPr>
        <p:cNvPr id="274" name="Shape 274"/>
        <p:cNvGrpSpPr/>
        <p:nvPr/>
      </p:nvGrpSpPr>
      <p:grpSpPr>
        <a:xfrm>
          <a:off x="0" y="0"/>
          <a:ext cx="0" cy="0"/>
          <a:chOff x="0" y="0"/>
          <a:chExt cx="0" cy="0"/>
        </a:xfrm>
      </p:grpSpPr>
      <p:sp>
        <p:nvSpPr>
          <p:cNvPr id="275" name="Google Shape;275;p51"/>
          <p:cNvSpPr txBox="1"/>
          <p:nvPr>
            <p:ph type="title"/>
          </p:nvPr>
        </p:nvSpPr>
        <p:spPr>
          <a:xfrm>
            <a:off x="1527048" y="2532888"/>
            <a:ext cx="14785800" cy="8505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
        <p:nvSpPr>
          <p:cNvPr id="276" name="Google Shape;276;p51"/>
          <p:cNvSpPr txBox="1"/>
          <p:nvPr>
            <p:ph idx="1" type="body"/>
          </p:nvPr>
        </p:nvSpPr>
        <p:spPr>
          <a:xfrm>
            <a:off x="1527048" y="4014216"/>
            <a:ext cx="147858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277" name="Google Shape;277;p51"/>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_Text (Two-Thirds)">
  <p:cSld name="TITLE_AND_BODY_1_1_2">
    <p:bg>
      <p:bgPr>
        <a:solidFill>
          <a:schemeClr val="dk1"/>
        </a:solidFill>
      </p:bgPr>
    </p:bg>
    <p:spTree>
      <p:nvGrpSpPr>
        <p:cNvPr id="278" name="Shape 278"/>
        <p:cNvGrpSpPr/>
        <p:nvPr/>
      </p:nvGrpSpPr>
      <p:grpSpPr>
        <a:xfrm>
          <a:off x="0" y="0"/>
          <a:ext cx="0" cy="0"/>
          <a:chOff x="0" y="0"/>
          <a:chExt cx="0" cy="0"/>
        </a:xfrm>
      </p:grpSpPr>
      <p:sp>
        <p:nvSpPr>
          <p:cNvPr id="279" name="Google Shape;279;p52"/>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280" name="Google Shape;280;p52"/>
          <p:cNvSpPr txBox="1"/>
          <p:nvPr>
            <p:ph type="title"/>
          </p:nvPr>
        </p:nvSpPr>
        <p:spPr>
          <a:xfrm>
            <a:off x="1527050" y="2532888"/>
            <a:ext cx="8912400" cy="17100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
        <p:nvSpPr>
          <p:cNvPr id="281" name="Google Shape;281;p52"/>
          <p:cNvSpPr txBox="1"/>
          <p:nvPr>
            <p:ph idx="2" type="body"/>
          </p:nvPr>
        </p:nvSpPr>
        <p:spPr>
          <a:xfrm>
            <a:off x="1527050" y="4864606"/>
            <a:ext cx="89124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_Text (Half)">
  <p:cSld name="TITLE_AND_BODY_2_4">
    <p:bg>
      <p:bgPr>
        <a:solidFill>
          <a:schemeClr val="dk1"/>
        </a:solidFill>
      </p:bgPr>
    </p:bg>
    <p:spTree>
      <p:nvGrpSpPr>
        <p:cNvPr id="282" name="Shape 282"/>
        <p:cNvGrpSpPr/>
        <p:nvPr/>
      </p:nvGrpSpPr>
      <p:grpSpPr>
        <a:xfrm>
          <a:off x="0" y="0"/>
          <a:ext cx="0" cy="0"/>
          <a:chOff x="0" y="0"/>
          <a:chExt cx="0" cy="0"/>
        </a:xfrm>
      </p:grpSpPr>
      <p:sp>
        <p:nvSpPr>
          <p:cNvPr id="283" name="Google Shape;283;p53"/>
          <p:cNvSpPr txBox="1"/>
          <p:nvPr>
            <p:ph type="title"/>
          </p:nvPr>
        </p:nvSpPr>
        <p:spPr>
          <a:xfrm>
            <a:off x="777240" y="2532888"/>
            <a:ext cx="7745100" cy="17100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
        <p:nvSpPr>
          <p:cNvPr id="284" name="Google Shape;284;p53"/>
          <p:cNvSpPr txBox="1"/>
          <p:nvPr>
            <p:ph idx="1" type="body"/>
          </p:nvPr>
        </p:nvSpPr>
        <p:spPr>
          <a:xfrm>
            <a:off x="777240" y="4864608"/>
            <a:ext cx="77451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285" name="Google Shape;285;p53"/>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8_Text (Third)">
  <p:cSld name="TITLE_AND_BODY_2_1_2">
    <p:bg>
      <p:bgPr>
        <a:solidFill>
          <a:schemeClr val="dk1"/>
        </a:solidFill>
      </p:bgPr>
    </p:bg>
    <p:spTree>
      <p:nvGrpSpPr>
        <p:cNvPr id="286" name="Shape 286"/>
        <p:cNvGrpSpPr/>
        <p:nvPr/>
      </p:nvGrpSpPr>
      <p:grpSpPr>
        <a:xfrm>
          <a:off x="0" y="0"/>
          <a:ext cx="0" cy="0"/>
          <a:chOff x="0" y="0"/>
          <a:chExt cx="0" cy="0"/>
        </a:xfrm>
      </p:grpSpPr>
      <p:sp>
        <p:nvSpPr>
          <p:cNvPr id="287" name="Google Shape;287;p54"/>
          <p:cNvSpPr txBox="1"/>
          <p:nvPr>
            <p:ph type="title"/>
          </p:nvPr>
        </p:nvSpPr>
        <p:spPr>
          <a:xfrm>
            <a:off x="777240" y="2532888"/>
            <a:ext cx="4928700" cy="25695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
        <p:nvSpPr>
          <p:cNvPr id="288" name="Google Shape;288;p54"/>
          <p:cNvSpPr txBox="1"/>
          <p:nvPr>
            <p:ph idx="1" type="body"/>
          </p:nvPr>
        </p:nvSpPr>
        <p:spPr>
          <a:xfrm>
            <a:off x="777240" y="5742432"/>
            <a:ext cx="49287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289" name="Google Shape;289;p54"/>
          <p:cNvSpPr txBox="1"/>
          <p:nvPr>
            <p:ph idx="2"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1_Columns (Two)">
  <p:cSld name="TITLE_AND_BODY_2_2_2">
    <p:bg>
      <p:bgPr>
        <a:solidFill>
          <a:schemeClr val="dk1"/>
        </a:solidFill>
      </p:bgPr>
    </p:bg>
    <p:spTree>
      <p:nvGrpSpPr>
        <p:cNvPr id="290" name="Shape 290"/>
        <p:cNvGrpSpPr/>
        <p:nvPr/>
      </p:nvGrpSpPr>
      <p:grpSpPr>
        <a:xfrm>
          <a:off x="0" y="0"/>
          <a:ext cx="0" cy="0"/>
          <a:chOff x="0" y="0"/>
          <a:chExt cx="0" cy="0"/>
        </a:xfrm>
      </p:grpSpPr>
      <p:sp>
        <p:nvSpPr>
          <p:cNvPr id="291" name="Google Shape;291;p55"/>
          <p:cNvSpPr txBox="1"/>
          <p:nvPr>
            <p:ph type="title"/>
          </p:nvPr>
        </p:nvSpPr>
        <p:spPr>
          <a:xfrm>
            <a:off x="1527048" y="2532888"/>
            <a:ext cx="6336900" cy="25695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
        <p:nvSpPr>
          <p:cNvPr id="292" name="Google Shape;292;p55"/>
          <p:cNvSpPr txBox="1"/>
          <p:nvPr>
            <p:ph idx="1" type="body"/>
          </p:nvPr>
        </p:nvSpPr>
        <p:spPr>
          <a:xfrm>
            <a:off x="1527048" y="5751576"/>
            <a:ext cx="63369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293" name="Google Shape;293;p55"/>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294" name="Google Shape;294;p55"/>
          <p:cNvSpPr txBox="1"/>
          <p:nvPr>
            <p:ph idx="3" type="title"/>
          </p:nvPr>
        </p:nvSpPr>
        <p:spPr>
          <a:xfrm>
            <a:off x="10433304" y="2532888"/>
            <a:ext cx="6336900" cy="25695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5600"/>
              <a:buNone/>
              <a:defRPr>
                <a:solidFill>
                  <a:schemeClr val="accent4"/>
                </a:solidFill>
              </a:defRPr>
            </a:lvl1pPr>
            <a:lvl2pPr lvl="1" rtl="0">
              <a:spcBef>
                <a:spcPts val="0"/>
              </a:spcBef>
              <a:spcAft>
                <a:spcPts val="0"/>
              </a:spcAft>
              <a:buClr>
                <a:schemeClr val="accent4"/>
              </a:buClr>
              <a:buSzPts val="5600"/>
              <a:buNone/>
              <a:defRPr>
                <a:solidFill>
                  <a:schemeClr val="accent4"/>
                </a:solidFill>
              </a:defRPr>
            </a:lvl2pPr>
            <a:lvl3pPr lvl="2" rtl="0">
              <a:spcBef>
                <a:spcPts val="0"/>
              </a:spcBef>
              <a:spcAft>
                <a:spcPts val="0"/>
              </a:spcAft>
              <a:buClr>
                <a:schemeClr val="accent4"/>
              </a:buClr>
              <a:buSzPts val="5600"/>
              <a:buNone/>
              <a:defRPr>
                <a:solidFill>
                  <a:schemeClr val="accent4"/>
                </a:solidFill>
              </a:defRPr>
            </a:lvl3pPr>
            <a:lvl4pPr lvl="3" rtl="0">
              <a:spcBef>
                <a:spcPts val="0"/>
              </a:spcBef>
              <a:spcAft>
                <a:spcPts val="0"/>
              </a:spcAft>
              <a:buClr>
                <a:schemeClr val="accent4"/>
              </a:buClr>
              <a:buSzPts val="5600"/>
              <a:buNone/>
              <a:defRPr>
                <a:solidFill>
                  <a:schemeClr val="accent4"/>
                </a:solidFill>
              </a:defRPr>
            </a:lvl4pPr>
            <a:lvl5pPr lvl="4" rtl="0">
              <a:spcBef>
                <a:spcPts val="0"/>
              </a:spcBef>
              <a:spcAft>
                <a:spcPts val="0"/>
              </a:spcAft>
              <a:buClr>
                <a:schemeClr val="accent4"/>
              </a:buClr>
              <a:buSzPts val="5600"/>
              <a:buNone/>
              <a:defRPr>
                <a:solidFill>
                  <a:schemeClr val="accent4"/>
                </a:solidFill>
              </a:defRPr>
            </a:lvl5pPr>
            <a:lvl6pPr lvl="5" rtl="0">
              <a:spcBef>
                <a:spcPts val="0"/>
              </a:spcBef>
              <a:spcAft>
                <a:spcPts val="0"/>
              </a:spcAft>
              <a:buClr>
                <a:schemeClr val="accent4"/>
              </a:buClr>
              <a:buSzPts val="5600"/>
              <a:buNone/>
              <a:defRPr>
                <a:solidFill>
                  <a:schemeClr val="accent4"/>
                </a:solidFill>
              </a:defRPr>
            </a:lvl6pPr>
            <a:lvl7pPr lvl="6" rtl="0">
              <a:spcBef>
                <a:spcPts val="0"/>
              </a:spcBef>
              <a:spcAft>
                <a:spcPts val="0"/>
              </a:spcAft>
              <a:buClr>
                <a:schemeClr val="accent4"/>
              </a:buClr>
              <a:buSzPts val="5600"/>
              <a:buNone/>
              <a:defRPr>
                <a:solidFill>
                  <a:schemeClr val="accent4"/>
                </a:solidFill>
              </a:defRPr>
            </a:lvl7pPr>
            <a:lvl8pPr lvl="7" rtl="0">
              <a:spcBef>
                <a:spcPts val="0"/>
              </a:spcBef>
              <a:spcAft>
                <a:spcPts val="0"/>
              </a:spcAft>
              <a:buClr>
                <a:schemeClr val="accent4"/>
              </a:buClr>
              <a:buSzPts val="5600"/>
              <a:buNone/>
              <a:defRPr>
                <a:solidFill>
                  <a:schemeClr val="accent4"/>
                </a:solidFill>
              </a:defRPr>
            </a:lvl8pPr>
            <a:lvl9pPr lvl="8" rtl="0">
              <a:spcBef>
                <a:spcPts val="0"/>
              </a:spcBef>
              <a:spcAft>
                <a:spcPts val="0"/>
              </a:spcAft>
              <a:buClr>
                <a:schemeClr val="accent4"/>
              </a:buClr>
              <a:buSzPts val="5600"/>
              <a:buNone/>
              <a:defRPr>
                <a:solidFill>
                  <a:schemeClr val="accent4"/>
                </a:solidFill>
              </a:defRPr>
            </a:lvl9pPr>
          </a:lstStyle>
          <a:p/>
        </p:txBody>
      </p:sp>
      <p:sp>
        <p:nvSpPr>
          <p:cNvPr id="295" name="Google Shape;295;p55"/>
          <p:cNvSpPr txBox="1"/>
          <p:nvPr>
            <p:ph idx="4" type="body"/>
          </p:nvPr>
        </p:nvSpPr>
        <p:spPr>
          <a:xfrm>
            <a:off x="10433304" y="5751576"/>
            <a:ext cx="63369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4_Columns (Three)">
  <p:cSld name="TITLE_AND_BODY_2_2_1_3">
    <p:bg>
      <p:bgPr>
        <a:solidFill>
          <a:schemeClr val="dk1"/>
        </a:solidFill>
      </p:bgPr>
    </p:bg>
    <p:spTree>
      <p:nvGrpSpPr>
        <p:cNvPr id="296" name="Shape 296"/>
        <p:cNvGrpSpPr/>
        <p:nvPr/>
      </p:nvGrpSpPr>
      <p:grpSpPr>
        <a:xfrm>
          <a:off x="0" y="0"/>
          <a:ext cx="0" cy="0"/>
          <a:chOff x="0" y="0"/>
          <a:chExt cx="0" cy="0"/>
        </a:xfrm>
      </p:grpSpPr>
      <p:sp>
        <p:nvSpPr>
          <p:cNvPr id="297" name="Google Shape;297;p56"/>
          <p:cNvSpPr txBox="1"/>
          <p:nvPr>
            <p:ph type="title"/>
          </p:nvPr>
        </p:nvSpPr>
        <p:spPr>
          <a:xfrm>
            <a:off x="1161288"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298" name="Google Shape;298;p56"/>
          <p:cNvSpPr txBox="1"/>
          <p:nvPr>
            <p:ph idx="1" type="body"/>
          </p:nvPr>
        </p:nvSpPr>
        <p:spPr>
          <a:xfrm>
            <a:off x="1161288"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299" name="Google Shape;299;p56"/>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00" name="Google Shape;300;p56"/>
          <p:cNvSpPr txBox="1"/>
          <p:nvPr>
            <p:ph idx="3" type="title"/>
          </p:nvPr>
        </p:nvSpPr>
        <p:spPr>
          <a:xfrm>
            <a:off x="7095744"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01" name="Google Shape;301;p56"/>
          <p:cNvSpPr txBox="1"/>
          <p:nvPr>
            <p:ph idx="4" type="body"/>
          </p:nvPr>
        </p:nvSpPr>
        <p:spPr>
          <a:xfrm>
            <a:off x="7095744"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02" name="Google Shape;302;p56"/>
          <p:cNvSpPr txBox="1"/>
          <p:nvPr>
            <p:ph idx="5" type="title"/>
          </p:nvPr>
        </p:nvSpPr>
        <p:spPr>
          <a:xfrm>
            <a:off x="13039344"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03" name="Google Shape;303;p56"/>
          <p:cNvSpPr txBox="1"/>
          <p:nvPr>
            <p:ph idx="6" type="body"/>
          </p:nvPr>
        </p:nvSpPr>
        <p:spPr>
          <a:xfrm>
            <a:off x="13039344"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_Columns (Four)">
  <p:cSld name="TITLE_AND_BODY_2_2_1_1_1">
    <p:bg>
      <p:bgPr>
        <a:solidFill>
          <a:schemeClr val="dk1"/>
        </a:solidFill>
      </p:bgPr>
    </p:bg>
    <p:spTree>
      <p:nvGrpSpPr>
        <p:cNvPr id="304" name="Shape 304"/>
        <p:cNvGrpSpPr/>
        <p:nvPr/>
      </p:nvGrpSpPr>
      <p:grpSpPr>
        <a:xfrm>
          <a:off x="0" y="0"/>
          <a:ext cx="0" cy="0"/>
          <a:chOff x="0" y="0"/>
          <a:chExt cx="0" cy="0"/>
        </a:xfrm>
      </p:grpSpPr>
      <p:sp>
        <p:nvSpPr>
          <p:cNvPr id="305" name="Google Shape;305;p57"/>
          <p:cNvSpPr txBox="1"/>
          <p:nvPr>
            <p:ph type="title"/>
          </p:nvPr>
        </p:nvSpPr>
        <p:spPr>
          <a:xfrm>
            <a:off x="116128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06" name="Google Shape;306;p57"/>
          <p:cNvSpPr txBox="1"/>
          <p:nvPr>
            <p:ph idx="1" type="body"/>
          </p:nvPr>
        </p:nvSpPr>
        <p:spPr>
          <a:xfrm>
            <a:off x="116128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07" name="Google Shape;307;p57"/>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08" name="Google Shape;308;p57"/>
          <p:cNvSpPr txBox="1"/>
          <p:nvPr>
            <p:ph idx="3" type="title"/>
          </p:nvPr>
        </p:nvSpPr>
        <p:spPr>
          <a:xfrm>
            <a:off x="536752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09" name="Google Shape;309;p57"/>
          <p:cNvSpPr txBox="1"/>
          <p:nvPr>
            <p:ph idx="4" type="body"/>
          </p:nvPr>
        </p:nvSpPr>
        <p:spPr>
          <a:xfrm>
            <a:off x="536752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10" name="Google Shape;310;p57"/>
          <p:cNvSpPr txBox="1"/>
          <p:nvPr>
            <p:ph idx="5" type="title"/>
          </p:nvPr>
        </p:nvSpPr>
        <p:spPr>
          <a:xfrm>
            <a:off x="957376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11" name="Google Shape;311;p57"/>
          <p:cNvSpPr txBox="1"/>
          <p:nvPr>
            <p:ph idx="6" type="body"/>
          </p:nvPr>
        </p:nvSpPr>
        <p:spPr>
          <a:xfrm>
            <a:off x="957376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12" name="Google Shape;312;p57"/>
          <p:cNvSpPr txBox="1"/>
          <p:nvPr>
            <p:ph idx="7" type="title"/>
          </p:nvPr>
        </p:nvSpPr>
        <p:spPr>
          <a:xfrm>
            <a:off x="1378000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13" name="Google Shape;313;p57"/>
          <p:cNvSpPr txBox="1"/>
          <p:nvPr>
            <p:ph idx="8" type="body"/>
          </p:nvPr>
        </p:nvSpPr>
        <p:spPr>
          <a:xfrm>
            <a:off x="1378000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0_Points (Two)">
  <p:cSld name="TITLE_AND_BODY_2_2_1_2_2_1">
    <p:bg>
      <p:bgPr>
        <a:solidFill>
          <a:schemeClr val="dk1"/>
        </a:solidFill>
      </p:bgPr>
    </p:bg>
    <p:spTree>
      <p:nvGrpSpPr>
        <p:cNvPr id="314" name="Shape 314"/>
        <p:cNvGrpSpPr/>
        <p:nvPr/>
      </p:nvGrpSpPr>
      <p:grpSpPr>
        <a:xfrm>
          <a:off x="0" y="0"/>
          <a:ext cx="0" cy="0"/>
          <a:chOff x="0" y="0"/>
          <a:chExt cx="0" cy="0"/>
        </a:xfrm>
      </p:grpSpPr>
      <p:sp>
        <p:nvSpPr>
          <p:cNvPr id="315" name="Google Shape;315;p58"/>
          <p:cNvSpPr txBox="1"/>
          <p:nvPr>
            <p:ph type="title"/>
          </p:nvPr>
        </p:nvSpPr>
        <p:spPr>
          <a:xfrm>
            <a:off x="1517904" y="6364224"/>
            <a:ext cx="6336900" cy="12510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16" name="Google Shape;316;p58"/>
          <p:cNvSpPr txBox="1"/>
          <p:nvPr>
            <p:ph idx="1" type="body"/>
          </p:nvPr>
        </p:nvSpPr>
        <p:spPr>
          <a:xfrm>
            <a:off x="1517904" y="7845553"/>
            <a:ext cx="6336900" cy="1691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17" name="Google Shape;317;p58"/>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18" name="Google Shape;318;p58"/>
          <p:cNvSpPr txBox="1"/>
          <p:nvPr>
            <p:ph idx="3" type="title"/>
          </p:nvPr>
        </p:nvSpPr>
        <p:spPr>
          <a:xfrm>
            <a:off x="10433304" y="6364224"/>
            <a:ext cx="6336900" cy="12510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3600"/>
              <a:buNone/>
              <a:defRPr sz="3600">
                <a:solidFill>
                  <a:schemeClr val="accent4"/>
                </a:solidFill>
              </a:defRPr>
            </a:lvl1pPr>
            <a:lvl2pPr lvl="1" rtl="0">
              <a:lnSpc>
                <a:spcPct val="115000"/>
              </a:lnSpc>
              <a:spcBef>
                <a:spcPts val="0"/>
              </a:spcBef>
              <a:spcAft>
                <a:spcPts val="0"/>
              </a:spcAft>
              <a:buClr>
                <a:schemeClr val="accent4"/>
              </a:buClr>
              <a:buSzPts val="3600"/>
              <a:buNone/>
              <a:defRPr sz="3600">
                <a:solidFill>
                  <a:schemeClr val="accent4"/>
                </a:solidFill>
              </a:defRPr>
            </a:lvl2pPr>
            <a:lvl3pPr lvl="2" rtl="0">
              <a:lnSpc>
                <a:spcPct val="115000"/>
              </a:lnSpc>
              <a:spcBef>
                <a:spcPts val="0"/>
              </a:spcBef>
              <a:spcAft>
                <a:spcPts val="0"/>
              </a:spcAft>
              <a:buClr>
                <a:schemeClr val="accent4"/>
              </a:buClr>
              <a:buSzPts val="3600"/>
              <a:buNone/>
              <a:defRPr sz="3600">
                <a:solidFill>
                  <a:schemeClr val="accent4"/>
                </a:solidFill>
              </a:defRPr>
            </a:lvl3pPr>
            <a:lvl4pPr lvl="3" rtl="0">
              <a:lnSpc>
                <a:spcPct val="115000"/>
              </a:lnSpc>
              <a:spcBef>
                <a:spcPts val="0"/>
              </a:spcBef>
              <a:spcAft>
                <a:spcPts val="0"/>
              </a:spcAft>
              <a:buClr>
                <a:schemeClr val="accent4"/>
              </a:buClr>
              <a:buSzPts val="3600"/>
              <a:buNone/>
              <a:defRPr sz="3600">
                <a:solidFill>
                  <a:schemeClr val="accent4"/>
                </a:solidFill>
              </a:defRPr>
            </a:lvl4pPr>
            <a:lvl5pPr lvl="4" rtl="0">
              <a:lnSpc>
                <a:spcPct val="115000"/>
              </a:lnSpc>
              <a:spcBef>
                <a:spcPts val="0"/>
              </a:spcBef>
              <a:spcAft>
                <a:spcPts val="0"/>
              </a:spcAft>
              <a:buClr>
                <a:schemeClr val="accent4"/>
              </a:buClr>
              <a:buSzPts val="3600"/>
              <a:buNone/>
              <a:defRPr sz="3600">
                <a:solidFill>
                  <a:schemeClr val="accent4"/>
                </a:solidFill>
              </a:defRPr>
            </a:lvl5pPr>
            <a:lvl6pPr lvl="5" rtl="0">
              <a:lnSpc>
                <a:spcPct val="115000"/>
              </a:lnSpc>
              <a:spcBef>
                <a:spcPts val="0"/>
              </a:spcBef>
              <a:spcAft>
                <a:spcPts val="0"/>
              </a:spcAft>
              <a:buClr>
                <a:schemeClr val="accent4"/>
              </a:buClr>
              <a:buSzPts val="3600"/>
              <a:buNone/>
              <a:defRPr sz="3600">
                <a:solidFill>
                  <a:schemeClr val="accent4"/>
                </a:solidFill>
              </a:defRPr>
            </a:lvl6pPr>
            <a:lvl7pPr lvl="6" rtl="0">
              <a:lnSpc>
                <a:spcPct val="115000"/>
              </a:lnSpc>
              <a:spcBef>
                <a:spcPts val="0"/>
              </a:spcBef>
              <a:spcAft>
                <a:spcPts val="0"/>
              </a:spcAft>
              <a:buClr>
                <a:schemeClr val="accent4"/>
              </a:buClr>
              <a:buSzPts val="3600"/>
              <a:buNone/>
              <a:defRPr sz="3600">
                <a:solidFill>
                  <a:schemeClr val="accent4"/>
                </a:solidFill>
              </a:defRPr>
            </a:lvl7pPr>
            <a:lvl8pPr lvl="7" rtl="0">
              <a:lnSpc>
                <a:spcPct val="115000"/>
              </a:lnSpc>
              <a:spcBef>
                <a:spcPts val="0"/>
              </a:spcBef>
              <a:spcAft>
                <a:spcPts val="0"/>
              </a:spcAft>
              <a:buClr>
                <a:schemeClr val="accent4"/>
              </a:buClr>
              <a:buSzPts val="3600"/>
              <a:buNone/>
              <a:defRPr sz="3600">
                <a:solidFill>
                  <a:schemeClr val="accent4"/>
                </a:solidFill>
              </a:defRPr>
            </a:lvl8pPr>
            <a:lvl9pPr lvl="8" rtl="0">
              <a:lnSpc>
                <a:spcPct val="115000"/>
              </a:lnSpc>
              <a:spcBef>
                <a:spcPts val="0"/>
              </a:spcBef>
              <a:spcAft>
                <a:spcPts val="0"/>
              </a:spcAft>
              <a:buClr>
                <a:schemeClr val="accent4"/>
              </a:buClr>
              <a:buSzPts val="3600"/>
              <a:buNone/>
              <a:defRPr sz="3600">
                <a:solidFill>
                  <a:schemeClr val="accent4"/>
                </a:solidFill>
              </a:defRPr>
            </a:lvl9pPr>
          </a:lstStyle>
          <a:p/>
        </p:txBody>
      </p:sp>
      <p:sp>
        <p:nvSpPr>
          <p:cNvPr id="319" name="Google Shape;319;p58"/>
          <p:cNvSpPr txBox="1"/>
          <p:nvPr>
            <p:ph idx="4" type="body"/>
          </p:nvPr>
        </p:nvSpPr>
        <p:spPr>
          <a:xfrm>
            <a:off x="10433304" y="7845552"/>
            <a:ext cx="6336900" cy="1691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3_Points (Three)">
  <p:cSld name="TITLE_AND_BODY_2_2_1_2_3">
    <p:bg>
      <p:bgPr>
        <a:solidFill>
          <a:schemeClr val="dk1"/>
        </a:solidFill>
      </p:bgPr>
    </p:bg>
    <p:spTree>
      <p:nvGrpSpPr>
        <p:cNvPr id="320" name="Shape 320"/>
        <p:cNvGrpSpPr/>
        <p:nvPr/>
      </p:nvGrpSpPr>
      <p:grpSpPr>
        <a:xfrm>
          <a:off x="0" y="0"/>
          <a:ext cx="0" cy="0"/>
          <a:chOff x="0" y="0"/>
          <a:chExt cx="0" cy="0"/>
        </a:xfrm>
      </p:grpSpPr>
      <p:sp>
        <p:nvSpPr>
          <p:cNvPr id="321" name="Google Shape;321;p59"/>
          <p:cNvSpPr txBox="1"/>
          <p:nvPr>
            <p:ph type="title"/>
          </p:nvPr>
        </p:nvSpPr>
        <p:spPr>
          <a:xfrm>
            <a:off x="1161288"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2700"/>
              <a:buNone/>
              <a:defRPr sz="2700">
                <a:solidFill>
                  <a:schemeClr val="accent4"/>
                </a:solidFill>
              </a:defRPr>
            </a:lvl1pPr>
            <a:lvl2pPr lvl="1" rtl="0">
              <a:lnSpc>
                <a:spcPct val="115000"/>
              </a:lnSpc>
              <a:spcBef>
                <a:spcPts val="0"/>
              </a:spcBef>
              <a:spcAft>
                <a:spcPts val="0"/>
              </a:spcAft>
              <a:buClr>
                <a:schemeClr val="accent4"/>
              </a:buClr>
              <a:buSzPts val="2700"/>
              <a:buNone/>
              <a:defRPr sz="2700">
                <a:solidFill>
                  <a:schemeClr val="accent4"/>
                </a:solidFill>
              </a:defRPr>
            </a:lvl2pPr>
            <a:lvl3pPr lvl="2" rtl="0">
              <a:lnSpc>
                <a:spcPct val="115000"/>
              </a:lnSpc>
              <a:spcBef>
                <a:spcPts val="0"/>
              </a:spcBef>
              <a:spcAft>
                <a:spcPts val="0"/>
              </a:spcAft>
              <a:buClr>
                <a:schemeClr val="accent4"/>
              </a:buClr>
              <a:buSzPts val="2700"/>
              <a:buNone/>
              <a:defRPr sz="2700">
                <a:solidFill>
                  <a:schemeClr val="accent4"/>
                </a:solidFill>
              </a:defRPr>
            </a:lvl3pPr>
            <a:lvl4pPr lvl="3" rtl="0">
              <a:lnSpc>
                <a:spcPct val="115000"/>
              </a:lnSpc>
              <a:spcBef>
                <a:spcPts val="0"/>
              </a:spcBef>
              <a:spcAft>
                <a:spcPts val="0"/>
              </a:spcAft>
              <a:buClr>
                <a:schemeClr val="accent4"/>
              </a:buClr>
              <a:buSzPts val="2700"/>
              <a:buNone/>
              <a:defRPr sz="2700">
                <a:solidFill>
                  <a:schemeClr val="accent4"/>
                </a:solidFill>
              </a:defRPr>
            </a:lvl4pPr>
            <a:lvl5pPr lvl="4" rtl="0">
              <a:lnSpc>
                <a:spcPct val="115000"/>
              </a:lnSpc>
              <a:spcBef>
                <a:spcPts val="0"/>
              </a:spcBef>
              <a:spcAft>
                <a:spcPts val="0"/>
              </a:spcAft>
              <a:buClr>
                <a:schemeClr val="accent4"/>
              </a:buClr>
              <a:buSzPts val="2700"/>
              <a:buNone/>
              <a:defRPr sz="2700">
                <a:solidFill>
                  <a:schemeClr val="accent4"/>
                </a:solidFill>
              </a:defRPr>
            </a:lvl5pPr>
            <a:lvl6pPr lvl="5" rtl="0">
              <a:lnSpc>
                <a:spcPct val="115000"/>
              </a:lnSpc>
              <a:spcBef>
                <a:spcPts val="0"/>
              </a:spcBef>
              <a:spcAft>
                <a:spcPts val="0"/>
              </a:spcAft>
              <a:buClr>
                <a:schemeClr val="accent4"/>
              </a:buClr>
              <a:buSzPts val="2700"/>
              <a:buNone/>
              <a:defRPr sz="2700">
                <a:solidFill>
                  <a:schemeClr val="accent4"/>
                </a:solidFill>
              </a:defRPr>
            </a:lvl6pPr>
            <a:lvl7pPr lvl="6" rtl="0">
              <a:lnSpc>
                <a:spcPct val="115000"/>
              </a:lnSpc>
              <a:spcBef>
                <a:spcPts val="0"/>
              </a:spcBef>
              <a:spcAft>
                <a:spcPts val="0"/>
              </a:spcAft>
              <a:buClr>
                <a:schemeClr val="accent4"/>
              </a:buClr>
              <a:buSzPts val="2700"/>
              <a:buNone/>
              <a:defRPr sz="2700">
                <a:solidFill>
                  <a:schemeClr val="accent4"/>
                </a:solidFill>
              </a:defRPr>
            </a:lvl7pPr>
            <a:lvl8pPr lvl="7" rtl="0">
              <a:lnSpc>
                <a:spcPct val="115000"/>
              </a:lnSpc>
              <a:spcBef>
                <a:spcPts val="0"/>
              </a:spcBef>
              <a:spcAft>
                <a:spcPts val="0"/>
              </a:spcAft>
              <a:buClr>
                <a:schemeClr val="accent4"/>
              </a:buClr>
              <a:buSzPts val="2700"/>
              <a:buNone/>
              <a:defRPr sz="2700">
                <a:solidFill>
                  <a:schemeClr val="accent4"/>
                </a:solidFill>
              </a:defRPr>
            </a:lvl8pPr>
            <a:lvl9pPr lvl="8" rtl="0">
              <a:lnSpc>
                <a:spcPct val="115000"/>
              </a:lnSpc>
              <a:spcBef>
                <a:spcPts val="0"/>
              </a:spcBef>
              <a:spcAft>
                <a:spcPts val="0"/>
              </a:spcAft>
              <a:buClr>
                <a:schemeClr val="accent4"/>
              </a:buClr>
              <a:buSzPts val="2700"/>
              <a:buNone/>
              <a:defRPr sz="2700">
                <a:solidFill>
                  <a:schemeClr val="accent4"/>
                </a:solidFill>
              </a:defRPr>
            </a:lvl9pPr>
          </a:lstStyle>
          <a:p/>
        </p:txBody>
      </p:sp>
      <p:sp>
        <p:nvSpPr>
          <p:cNvPr id="322" name="Google Shape;322;p59"/>
          <p:cNvSpPr txBox="1"/>
          <p:nvPr>
            <p:ph idx="1" type="body"/>
          </p:nvPr>
        </p:nvSpPr>
        <p:spPr>
          <a:xfrm>
            <a:off x="1161288" y="7086601"/>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23" name="Google Shape;323;p59"/>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24" name="Google Shape;324;p59"/>
          <p:cNvSpPr txBox="1"/>
          <p:nvPr>
            <p:ph idx="3" type="title"/>
          </p:nvPr>
        </p:nvSpPr>
        <p:spPr>
          <a:xfrm>
            <a:off x="6729984"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2700"/>
              <a:buNone/>
              <a:defRPr sz="2700">
                <a:solidFill>
                  <a:schemeClr val="accent4"/>
                </a:solidFill>
              </a:defRPr>
            </a:lvl1pPr>
            <a:lvl2pPr lvl="1" rtl="0">
              <a:lnSpc>
                <a:spcPct val="115000"/>
              </a:lnSpc>
              <a:spcBef>
                <a:spcPts val="0"/>
              </a:spcBef>
              <a:spcAft>
                <a:spcPts val="0"/>
              </a:spcAft>
              <a:buClr>
                <a:schemeClr val="accent4"/>
              </a:buClr>
              <a:buSzPts val="2700"/>
              <a:buNone/>
              <a:defRPr sz="2700">
                <a:solidFill>
                  <a:schemeClr val="accent4"/>
                </a:solidFill>
              </a:defRPr>
            </a:lvl2pPr>
            <a:lvl3pPr lvl="2" rtl="0">
              <a:lnSpc>
                <a:spcPct val="115000"/>
              </a:lnSpc>
              <a:spcBef>
                <a:spcPts val="0"/>
              </a:spcBef>
              <a:spcAft>
                <a:spcPts val="0"/>
              </a:spcAft>
              <a:buClr>
                <a:schemeClr val="accent4"/>
              </a:buClr>
              <a:buSzPts val="2700"/>
              <a:buNone/>
              <a:defRPr sz="2700">
                <a:solidFill>
                  <a:schemeClr val="accent4"/>
                </a:solidFill>
              </a:defRPr>
            </a:lvl3pPr>
            <a:lvl4pPr lvl="3" rtl="0">
              <a:lnSpc>
                <a:spcPct val="115000"/>
              </a:lnSpc>
              <a:spcBef>
                <a:spcPts val="0"/>
              </a:spcBef>
              <a:spcAft>
                <a:spcPts val="0"/>
              </a:spcAft>
              <a:buClr>
                <a:schemeClr val="accent4"/>
              </a:buClr>
              <a:buSzPts val="2700"/>
              <a:buNone/>
              <a:defRPr sz="2700">
                <a:solidFill>
                  <a:schemeClr val="accent4"/>
                </a:solidFill>
              </a:defRPr>
            </a:lvl4pPr>
            <a:lvl5pPr lvl="4" rtl="0">
              <a:lnSpc>
                <a:spcPct val="115000"/>
              </a:lnSpc>
              <a:spcBef>
                <a:spcPts val="0"/>
              </a:spcBef>
              <a:spcAft>
                <a:spcPts val="0"/>
              </a:spcAft>
              <a:buClr>
                <a:schemeClr val="accent4"/>
              </a:buClr>
              <a:buSzPts val="2700"/>
              <a:buNone/>
              <a:defRPr sz="2700">
                <a:solidFill>
                  <a:schemeClr val="accent4"/>
                </a:solidFill>
              </a:defRPr>
            </a:lvl5pPr>
            <a:lvl6pPr lvl="5" rtl="0">
              <a:lnSpc>
                <a:spcPct val="115000"/>
              </a:lnSpc>
              <a:spcBef>
                <a:spcPts val="0"/>
              </a:spcBef>
              <a:spcAft>
                <a:spcPts val="0"/>
              </a:spcAft>
              <a:buClr>
                <a:schemeClr val="accent4"/>
              </a:buClr>
              <a:buSzPts val="2700"/>
              <a:buNone/>
              <a:defRPr sz="2700">
                <a:solidFill>
                  <a:schemeClr val="accent4"/>
                </a:solidFill>
              </a:defRPr>
            </a:lvl6pPr>
            <a:lvl7pPr lvl="6" rtl="0">
              <a:lnSpc>
                <a:spcPct val="115000"/>
              </a:lnSpc>
              <a:spcBef>
                <a:spcPts val="0"/>
              </a:spcBef>
              <a:spcAft>
                <a:spcPts val="0"/>
              </a:spcAft>
              <a:buClr>
                <a:schemeClr val="accent4"/>
              </a:buClr>
              <a:buSzPts val="2700"/>
              <a:buNone/>
              <a:defRPr sz="2700">
                <a:solidFill>
                  <a:schemeClr val="accent4"/>
                </a:solidFill>
              </a:defRPr>
            </a:lvl7pPr>
            <a:lvl8pPr lvl="7" rtl="0">
              <a:lnSpc>
                <a:spcPct val="115000"/>
              </a:lnSpc>
              <a:spcBef>
                <a:spcPts val="0"/>
              </a:spcBef>
              <a:spcAft>
                <a:spcPts val="0"/>
              </a:spcAft>
              <a:buClr>
                <a:schemeClr val="accent4"/>
              </a:buClr>
              <a:buSzPts val="2700"/>
              <a:buNone/>
              <a:defRPr sz="2700">
                <a:solidFill>
                  <a:schemeClr val="accent4"/>
                </a:solidFill>
              </a:defRPr>
            </a:lvl8pPr>
            <a:lvl9pPr lvl="8" rtl="0">
              <a:lnSpc>
                <a:spcPct val="115000"/>
              </a:lnSpc>
              <a:spcBef>
                <a:spcPts val="0"/>
              </a:spcBef>
              <a:spcAft>
                <a:spcPts val="0"/>
              </a:spcAft>
              <a:buClr>
                <a:schemeClr val="accent4"/>
              </a:buClr>
              <a:buSzPts val="2700"/>
              <a:buNone/>
              <a:defRPr sz="2700">
                <a:solidFill>
                  <a:schemeClr val="accent4"/>
                </a:solidFill>
              </a:defRPr>
            </a:lvl9pPr>
          </a:lstStyle>
          <a:p/>
        </p:txBody>
      </p:sp>
      <p:sp>
        <p:nvSpPr>
          <p:cNvPr id="325" name="Google Shape;325;p59"/>
          <p:cNvSpPr txBox="1"/>
          <p:nvPr>
            <p:ph idx="4" type="body"/>
          </p:nvPr>
        </p:nvSpPr>
        <p:spPr>
          <a:xfrm>
            <a:off x="6729984" y="7086600"/>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26" name="Google Shape;326;p59"/>
          <p:cNvSpPr txBox="1"/>
          <p:nvPr>
            <p:ph idx="5" type="title"/>
          </p:nvPr>
        </p:nvSpPr>
        <p:spPr>
          <a:xfrm>
            <a:off x="12298680"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2700"/>
              <a:buNone/>
              <a:defRPr sz="2700">
                <a:solidFill>
                  <a:schemeClr val="accent4"/>
                </a:solidFill>
              </a:defRPr>
            </a:lvl1pPr>
            <a:lvl2pPr lvl="1" rtl="0">
              <a:lnSpc>
                <a:spcPct val="115000"/>
              </a:lnSpc>
              <a:spcBef>
                <a:spcPts val="0"/>
              </a:spcBef>
              <a:spcAft>
                <a:spcPts val="0"/>
              </a:spcAft>
              <a:buClr>
                <a:schemeClr val="accent4"/>
              </a:buClr>
              <a:buSzPts val="2700"/>
              <a:buNone/>
              <a:defRPr sz="2700">
                <a:solidFill>
                  <a:schemeClr val="accent4"/>
                </a:solidFill>
              </a:defRPr>
            </a:lvl2pPr>
            <a:lvl3pPr lvl="2" rtl="0">
              <a:lnSpc>
                <a:spcPct val="115000"/>
              </a:lnSpc>
              <a:spcBef>
                <a:spcPts val="0"/>
              </a:spcBef>
              <a:spcAft>
                <a:spcPts val="0"/>
              </a:spcAft>
              <a:buClr>
                <a:schemeClr val="accent4"/>
              </a:buClr>
              <a:buSzPts val="2700"/>
              <a:buNone/>
              <a:defRPr sz="2700">
                <a:solidFill>
                  <a:schemeClr val="accent4"/>
                </a:solidFill>
              </a:defRPr>
            </a:lvl3pPr>
            <a:lvl4pPr lvl="3" rtl="0">
              <a:lnSpc>
                <a:spcPct val="115000"/>
              </a:lnSpc>
              <a:spcBef>
                <a:spcPts val="0"/>
              </a:spcBef>
              <a:spcAft>
                <a:spcPts val="0"/>
              </a:spcAft>
              <a:buClr>
                <a:schemeClr val="accent4"/>
              </a:buClr>
              <a:buSzPts val="2700"/>
              <a:buNone/>
              <a:defRPr sz="2700">
                <a:solidFill>
                  <a:schemeClr val="accent4"/>
                </a:solidFill>
              </a:defRPr>
            </a:lvl4pPr>
            <a:lvl5pPr lvl="4" rtl="0">
              <a:lnSpc>
                <a:spcPct val="115000"/>
              </a:lnSpc>
              <a:spcBef>
                <a:spcPts val="0"/>
              </a:spcBef>
              <a:spcAft>
                <a:spcPts val="0"/>
              </a:spcAft>
              <a:buClr>
                <a:schemeClr val="accent4"/>
              </a:buClr>
              <a:buSzPts val="2700"/>
              <a:buNone/>
              <a:defRPr sz="2700">
                <a:solidFill>
                  <a:schemeClr val="accent4"/>
                </a:solidFill>
              </a:defRPr>
            </a:lvl5pPr>
            <a:lvl6pPr lvl="5" rtl="0">
              <a:lnSpc>
                <a:spcPct val="115000"/>
              </a:lnSpc>
              <a:spcBef>
                <a:spcPts val="0"/>
              </a:spcBef>
              <a:spcAft>
                <a:spcPts val="0"/>
              </a:spcAft>
              <a:buClr>
                <a:schemeClr val="accent4"/>
              </a:buClr>
              <a:buSzPts val="2700"/>
              <a:buNone/>
              <a:defRPr sz="2700">
                <a:solidFill>
                  <a:schemeClr val="accent4"/>
                </a:solidFill>
              </a:defRPr>
            </a:lvl6pPr>
            <a:lvl7pPr lvl="6" rtl="0">
              <a:lnSpc>
                <a:spcPct val="115000"/>
              </a:lnSpc>
              <a:spcBef>
                <a:spcPts val="0"/>
              </a:spcBef>
              <a:spcAft>
                <a:spcPts val="0"/>
              </a:spcAft>
              <a:buClr>
                <a:schemeClr val="accent4"/>
              </a:buClr>
              <a:buSzPts val="2700"/>
              <a:buNone/>
              <a:defRPr sz="2700">
                <a:solidFill>
                  <a:schemeClr val="accent4"/>
                </a:solidFill>
              </a:defRPr>
            </a:lvl7pPr>
            <a:lvl8pPr lvl="7" rtl="0">
              <a:lnSpc>
                <a:spcPct val="115000"/>
              </a:lnSpc>
              <a:spcBef>
                <a:spcPts val="0"/>
              </a:spcBef>
              <a:spcAft>
                <a:spcPts val="0"/>
              </a:spcAft>
              <a:buClr>
                <a:schemeClr val="accent4"/>
              </a:buClr>
              <a:buSzPts val="2700"/>
              <a:buNone/>
              <a:defRPr sz="2700">
                <a:solidFill>
                  <a:schemeClr val="accent4"/>
                </a:solidFill>
              </a:defRPr>
            </a:lvl8pPr>
            <a:lvl9pPr lvl="8" rtl="0">
              <a:lnSpc>
                <a:spcPct val="115000"/>
              </a:lnSpc>
              <a:spcBef>
                <a:spcPts val="0"/>
              </a:spcBef>
              <a:spcAft>
                <a:spcPts val="0"/>
              </a:spcAft>
              <a:buClr>
                <a:schemeClr val="accent4"/>
              </a:buClr>
              <a:buSzPts val="2700"/>
              <a:buNone/>
              <a:defRPr sz="2700">
                <a:solidFill>
                  <a:schemeClr val="accent4"/>
                </a:solidFill>
              </a:defRPr>
            </a:lvl9pPr>
          </a:lstStyle>
          <a:p/>
        </p:txBody>
      </p:sp>
      <p:sp>
        <p:nvSpPr>
          <p:cNvPr id="327" name="Google Shape;327;p59"/>
          <p:cNvSpPr txBox="1"/>
          <p:nvPr>
            <p:ph idx="6" type="body"/>
          </p:nvPr>
        </p:nvSpPr>
        <p:spPr>
          <a:xfrm>
            <a:off x="12298680" y="7086601"/>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6_Points (Four)">
  <p:cSld name="TITLE_AND_BODY_2_2_1_2_1_2">
    <p:bg>
      <p:bgPr>
        <a:solidFill>
          <a:schemeClr val="dk1"/>
        </a:solidFill>
      </p:bgPr>
    </p:bg>
    <p:spTree>
      <p:nvGrpSpPr>
        <p:cNvPr id="328" name="Shape 328"/>
        <p:cNvGrpSpPr/>
        <p:nvPr/>
      </p:nvGrpSpPr>
      <p:grpSpPr>
        <a:xfrm>
          <a:off x="0" y="0"/>
          <a:ext cx="0" cy="0"/>
          <a:chOff x="0" y="0"/>
          <a:chExt cx="0" cy="0"/>
        </a:xfrm>
      </p:grpSpPr>
      <p:sp>
        <p:nvSpPr>
          <p:cNvPr id="329" name="Google Shape;329;p60"/>
          <p:cNvSpPr txBox="1"/>
          <p:nvPr>
            <p:ph type="title"/>
          </p:nvPr>
        </p:nvSpPr>
        <p:spPr>
          <a:xfrm>
            <a:off x="116128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2700"/>
              <a:buNone/>
              <a:defRPr sz="2700">
                <a:solidFill>
                  <a:schemeClr val="accent4"/>
                </a:solidFill>
              </a:defRPr>
            </a:lvl1pPr>
            <a:lvl2pPr lvl="1" rtl="0">
              <a:lnSpc>
                <a:spcPct val="115000"/>
              </a:lnSpc>
              <a:spcBef>
                <a:spcPts val="0"/>
              </a:spcBef>
              <a:spcAft>
                <a:spcPts val="0"/>
              </a:spcAft>
              <a:buClr>
                <a:schemeClr val="accent4"/>
              </a:buClr>
              <a:buSzPts val="2700"/>
              <a:buNone/>
              <a:defRPr sz="2700">
                <a:solidFill>
                  <a:schemeClr val="accent4"/>
                </a:solidFill>
              </a:defRPr>
            </a:lvl2pPr>
            <a:lvl3pPr lvl="2" rtl="0">
              <a:lnSpc>
                <a:spcPct val="115000"/>
              </a:lnSpc>
              <a:spcBef>
                <a:spcPts val="0"/>
              </a:spcBef>
              <a:spcAft>
                <a:spcPts val="0"/>
              </a:spcAft>
              <a:buClr>
                <a:schemeClr val="accent4"/>
              </a:buClr>
              <a:buSzPts val="2700"/>
              <a:buNone/>
              <a:defRPr sz="2700">
                <a:solidFill>
                  <a:schemeClr val="accent4"/>
                </a:solidFill>
              </a:defRPr>
            </a:lvl3pPr>
            <a:lvl4pPr lvl="3" rtl="0">
              <a:lnSpc>
                <a:spcPct val="115000"/>
              </a:lnSpc>
              <a:spcBef>
                <a:spcPts val="0"/>
              </a:spcBef>
              <a:spcAft>
                <a:spcPts val="0"/>
              </a:spcAft>
              <a:buClr>
                <a:schemeClr val="accent4"/>
              </a:buClr>
              <a:buSzPts val="2700"/>
              <a:buNone/>
              <a:defRPr sz="2700">
                <a:solidFill>
                  <a:schemeClr val="accent4"/>
                </a:solidFill>
              </a:defRPr>
            </a:lvl4pPr>
            <a:lvl5pPr lvl="4" rtl="0">
              <a:lnSpc>
                <a:spcPct val="115000"/>
              </a:lnSpc>
              <a:spcBef>
                <a:spcPts val="0"/>
              </a:spcBef>
              <a:spcAft>
                <a:spcPts val="0"/>
              </a:spcAft>
              <a:buClr>
                <a:schemeClr val="accent4"/>
              </a:buClr>
              <a:buSzPts val="2700"/>
              <a:buNone/>
              <a:defRPr sz="2700">
                <a:solidFill>
                  <a:schemeClr val="accent4"/>
                </a:solidFill>
              </a:defRPr>
            </a:lvl5pPr>
            <a:lvl6pPr lvl="5" rtl="0">
              <a:lnSpc>
                <a:spcPct val="115000"/>
              </a:lnSpc>
              <a:spcBef>
                <a:spcPts val="0"/>
              </a:spcBef>
              <a:spcAft>
                <a:spcPts val="0"/>
              </a:spcAft>
              <a:buClr>
                <a:schemeClr val="accent4"/>
              </a:buClr>
              <a:buSzPts val="2700"/>
              <a:buNone/>
              <a:defRPr sz="2700">
                <a:solidFill>
                  <a:schemeClr val="accent4"/>
                </a:solidFill>
              </a:defRPr>
            </a:lvl6pPr>
            <a:lvl7pPr lvl="6" rtl="0">
              <a:lnSpc>
                <a:spcPct val="115000"/>
              </a:lnSpc>
              <a:spcBef>
                <a:spcPts val="0"/>
              </a:spcBef>
              <a:spcAft>
                <a:spcPts val="0"/>
              </a:spcAft>
              <a:buClr>
                <a:schemeClr val="accent4"/>
              </a:buClr>
              <a:buSzPts val="2700"/>
              <a:buNone/>
              <a:defRPr sz="2700">
                <a:solidFill>
                  <a:schemeClr val="accent4"/>
                </a:solidFill>
              </a:defRPr>
            </a:lvl7pPr>
            <a:lvl8pPr lvl="7" rtl="0">
              <a:lnSpc>
                <a:spcPct val="115000"/>
              </a:lnSpc>
              <a:spcBef>
                <a:spcPts val="0"/>
              </a:spcBef>
              <a:spcAft>
                <a:spcPts val="0"/>
              </a:spcAft>
              <a:buClr>
                <a:schemeClr val="accent4"/>
              </a:buClr>
              <a:buSzPts val="2700"/>
              <a:buNone/>
              <a:defRPr sz="2700">
                <a:solidFill>
                  <a:schemeClr val="accent4"/>
                </a:solidFill>
              </a:defRPr>
            </a:lvl8pPr>
            <a:lvl9pPr lvl="8" rtl="0">
              <a:lnSpc>
                <a:spcPct val="115000"/>
              </a:lnSpc>
              <a:spcBef>
                <a:spcPts val="0"/>
              </a:spcBef>
              <a:spcAft>
                <a:spcPts val="0"/>
              </a:spcAft>
              <a:buClr>
                <a:schemeClr val="accent4"/>
              </a:buClr>
              <a:buSzPts val="2700"/>
              <a:buNone/>
              <a:defRPr sz="2700">
                <a:solidFill>
                  <a:schemeClr val="accent4"/>
                </a:solidFill>
              </a:defRPr>
            </a:lvl9pPr>
          </a:lstStyle>
          <a:p/>
        </p:txBody>
      </p:sp>
      <p:sp>
        <p:nvSpPr>
          <p:cNvPr id="330" name="Google Shape;330;p60"/>
          <p:cNvSpPr txBox="1"/>
          <p:nvPr>
            <p:ph idx="1" type="body"/>
          </p:nvPr>
        </p:nvSpPr>
        <p:spPr>
          <a:xfrm>
            <a:off x="116128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31" name="Google Shape;331;p60"/>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32" name="Google Shape;332;p60"/>
          <p:cNvSpPr txBox="1"/>
          <p:nvPr>
            <p:ph idx="3" type="title"/>
          </p:nvPr>
        </p:nvSpPr>
        <p:spPr>
          <a:xfrm>
            <a:off x="536752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2700"/>
              <a:buNone/>
              <a:defRPr sz="2700">
                <a:solidFill>
                  <a:schemeClr val="accent4"/>
                </a:solidFill>
              </a:defRPr>
            </a:lvl1pPr>
            <a:lvl2pPr lvl="1" rtl="0">
              <a:lnSpc>
                <a:spcPct val="115000"/>
              </a:lnSpc>
              <a:spcBef>
                <a:spcPts val="0"/>
              </a:spcBef>
              <a:spcAft>
                <a:spcPts val="0"/>
              </a:spcAft>
              <a:buClr>
                <a:schemeClr val="accent4"/>
              </a:buClr>
              <a:buSzPts val="2700"/>
              <a:buNone/>
              <a:defRPr sz="2700">
                <a:solidFill>
                  <a:schemeClr val="accent4"/>
                </a:solidFill>
              </a:defRPr>
            </a:lvl2pPr>
            <a:lvl3pPr lvl="2" rtl="0">
              <a:lnSpc>
                <a:spcPct val="115000"/>
              </a:lnSpc>
              <a:spcBef>
                <a:spcPts val="0"/>
              </a:spcBef>
              <a:spcAft>
                <a:spcPts val="0"/>
              </a:spcAft>
              <a:buClr>
                <a:schemeClr val="accent4"/>
              </a:buClr>
              <a:buSzPts val="2700"/>
              <a:buNone/>
              <a:defRPr sz="2700">
                <a:solidFill>
                  <a:schemeClr val="accent4"/>
                </a:solidFill>
              </a:defRPr>
            </a:lvl3pPr>
            <a:lvl4pPr lvl="3" rtl="0">
              <a:lnSpc>
                <a:spcPct val="115000"/>
              </a:lnSpc>
              <a:spcBef>
                <a:spcPts val="0"/>
              </a:spcBef>
              <a:spcAft>
                <a:spcPts val="0"/>
              </a:spcAft>
              <a:buClr>
                <a:schemeClr val="accent4"/>
              </a:buClr>
              <a:buSzPts val="2700"/>
              <a:buNone/>
              <a:defRPr sz="2700">
                <a:solidFill>
                  <a:schemeClr val="accent4"/>
                </a:solidFill>
              </a:defRPr>
            </a:lvl4pPr>
            <a:lvl5pPr lvl="4" rtl="0">
              <a:lnSpc>
                <a:spcPct val="115000"/>
              </a:lnSpc>
              <a:spcBef>
                <a:spcPts val="0"/>
              </a:spcBef>
              <a:spcAft>
                <a:spcPts val="0"/>
              </a:spcAft>
              <a:buClr>
                <a:schemeClr val="accent4"/>
              </a:buClr>
              <a:buSzPts val="2700"/>
              <a:buNone/>
              <a:defRPr sz="2700">
                <a:solidFill>
                  <a:schemeClr val="accent4"/>
                </a:solidFill>
              </a:defRPr>
            </a:lvl5pPr>
            <a:lvl6pPr lvl="5" rtl="0">
              <a:lnSpc>
                <a:spcPct val="115000"/>
              </a:lnSpc>
              <a:spcBef>
                <a:spcPts val="0"/>
              </a:spcBef>
              <a:spcAft>
                <a:spcPts val="0"/>
              </a:spcAft>
              <a:buClr>
                <a:schemeClr val="accent4"/>
              </a:buClr>
              <a:buSzPts val="2700"/>
              <a:buNone/>
              <a:defRPr sz="2700">
                <a:solidFill>
                  <a:schemeClr val="accent4"/>
                </a:solidFill>
              </a:defRPr>
            </a:lvl6pPr>
            <a:lvl7pPr lvl="6" rtl="0">
              <a:lnSpc>
                <a:spcPct val="115000"/>
              </a:lnSpc>
              <a:spcBef>
                <a:spcPts val="0"/>
              </a:spcBef>
              <a:spcAft>
                <a:spcPts val="0"/>
              </a:spcAft>
              <a:buClr>
                <a:schemeClr val="accent4"/>
              </a:buClr>
              <a:buSzPts val="2700"/>
              <a:buNone/>
              <a:defRPr sz="2700">
                <a:solidFill>
                  <a:schemeClr val="accent4"/>
                </a:solidFill>
              </a:defRPr>
            </a:lvl7pPr>
            <a:lvl8pPr lvl="7" rtl="0">
              <a:lnSpc>
                <a:spcPct val="115000"/>
              </a:lnSpc>
              <a:spcBef>
                <a:spcPts val="0"/>
              </a:spcBef>
              <a:spcAft>
                <a:spcPts val="0"/>
              </a:spcAft>
              <a:buClr>
                <a:schemeClr val="accent4"/>
              </a:buClr>
              <a:buSzPts val="2700"/>
              <a:buNone/>
              <a:defRPr sz="2700">
                <a:solidFill>
                  <a:schemeClr val="accent4"/>
                </a:solidFill>
              </a:defRPr>
            </a:lvl8pPr>
            <a:lvl9pPr lvl="8" rtl="0">
              <a:lnSpc>
                <a:spcPct val="115000"/>
              </a:lnSpc>
              <a:spcBef>
                <a:spcPts val="0"/>
              </a:spcBef>
              <a:spcAft>
                <a:spcPts val="0"/>
              </a:spcAft>
              <a:buClr>
                <a:schemeClr val="accent4"/>
              </a:buClr>
              <a:buSzPts val="2700"/>
              <a:buNone/>
              <a:defRPr sz="2700">
                <a:solidFill>
                  <a:schemeClr val="accent4"/>
                </a:solidFill>
              </a:defRPr>
            </a:lvl9pPr>
          </a:lstStyle>
          <a:p/>
        </p:txBody>
      </p:sp>
      <p:sp>
        <p:nvSpPr>
          <p:cNvPr id="333" name="Google Shape;333;p60"/>
          <p:cNvSpPr txBox="1"/>
          <p:nvPr>
            <p:ph idx="4" type="body"/>
          </p:nvPr>
        </p:nvSpPr>
        <p:spPr>
          <a:xfrm>
            <a:off x="536752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34" name="Google Shape;334;p60"/>
          <p:cNvSpPr txBox="1"/>
          <p:nvPr>
            <p:ph idx="5" type="title"/>
          </p:nvPr>
        </p:nvSpPr>
        <p:spPr>
          <a:xfrm>
            <a:off x="957376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2700"/>
              <a:buNone/>
              <a:defRPr sz="2700">
                <a:solidFill>
                  <a:schemeClr val="accent4"/>
                </a:solidFill>
              </a:defRPr>
            </a:lvl1pPr>
            <a:lvl2pPr lvl="1" rtl="0">
              <a:lnSpc>
                <a:spcPct val="115000"/>
              </a:lnSpc>
              <a:spcBef>
                <a:spcPts val="0"/>
              </a:spcBef>
              <a:spcAft>
                <a:spcPts val="0"/>
              </a:spcAft>
              <a:buClr>
                <a:schemeClr val="accent4"/>
              </a:buClr>
              <a:buSzPts val="2700"/>
              <a:buNone/>
              <a:defRPr sz="2700">
                <a:solidFill>
                  <a:schemeClr val="accent4"/>
                </a:solidFill>
              </a:defRPr>
            </a:lvl2pPr>
            <a:lvl3pPr lvl="2" rtl="0">
              <a:lnSpc>
                <a:spcPct val="115000"/>
              </a:lnSpc>
              <a:spcBef>
                <a:spcPts val="0"/>
              </a:spcBef>
              <a:spcAft>
                <a:spcPts val="0"/>
              </a:spcAft>
              <a:buClr>
                <a:schemeClr val="accent4"/>
              </a:buClr>
              <a:buSzPts val="2700"/>
              <a:buNone/>
              <a:defRPr sz="2700">
                <a:solidFill>
                  <a:schemeClr val="accent4"/>
                </a:solidFill>
              </a:defRPr>
            </a:lvl3pPr>
            <a:lvl4pPr lvl="3" rtl="0">
              <a:lnSpc>
                <a:spcPct val="115000"/>
              </a:lnSpc>
              <a:spcBef>
                <a:spcPts val="0"/>
              </a:spcBef>
              <a:spcAft>
                <a:spcPts val="0"/>
              </a:spcAft>
              <a:buClr>
                <a:schemeClr val="accent4"/>
              </a:buClr>
              <a:buSzPts val="2700"/>
              <a:buNone/>
              <a:defRPr sz="2700">
                <a:solidFill>
                  <a:schemeClr val="accent4"/>
                </a:solidFill>
              </a:defRPr>
            </a:lvl4pPr>
            <a:lvl5pPr lvl="4" rtl="0">
              <a:lnSpc>
                <a:spcPct val="115000"/>
              </a:lnSpc>
              <a:spcBef>
                <a:spcPts val="0"/>
              </a:spcBef>
              <a:spcAft>
                <a:spcPts val="0"/>
              </a:spcAft>
              <a:buClr>
                <a:schemeClr val="accent4"/>
              </a:buClr>
              <a:buSzPts val="2700"/>
              <a:buNone/>
              <a:defRPr sz="2700">
                <a:solidFill>
                  <a:schemeClr val="accent4"/>
                </a:solidFill>
              </a:defRPr>
            </a:lvl5pPr>
            <a:lvl6pPr lvl="5" rtl="0">
              <a:lnSpc>
                <a:spcPct val="115000"/>
              </a:lnSpc>
              <a:spcBef>
                <a:spcPts val="0"/>
              </a:spcBef>
              <a:spcAft>
                <a:spcPts val="0"/>
              </a:spcAft>
              <a:buClr>
                <a:schemeClr val="accent4"/>
              </a:buClr>
              <a:buSzPts val="2700"/>
              <a:buNone/>
              <a:defRPr sz="2700">
                <a:solidFill>
                  <a:schemeClr val="accent4"/>
                </a:solidFill>
              </a:defRPr>
            </a:lvl6pPr>
            <a:lvl7pPr lvl="6" rtl="0">
              <a:lnSpc>
                <a:spcPct val="115000"/>
              </a:lnSpc>
              <a:spcBef>
                <a:spcPts val="0"/>
              </a:spcBef>
              <a:spcAft>
                <a:spcPts val="0"/>
              </a:spcAft>
              <a:buClr>
                <a:schemeClr val="accent4"/>
              </a:buClr>
              <a:buSzPts val="2700"/>
              <a:buNone/>
              <a:defRPr sz="2700">
                <a:solidFill>
                  <a:schemeClr val="accent4"/>
                </a:solidFill>
              </a:defRPr>
            </a:lvl7pPr>
            <a:lvl8pPr lvl="7" rtl="0">
              <a:lnSpc>
                <a:spcPct val="115000"/>
              </a:lnSpc>
              <a:spcBef>
                <a:spcPts val="0"/>
              </a:spcBef>
              <a:spcAft>
                <a:spcPts val="0"/>
              </a:spcAft>
              <a:buClr>
                <a:schemeClr val="accent4"/>
              </a:buClr>
              <a:buSzPts val="2700"/>
              <a:buNone/>
              <a:defRPr sz="2700">
                <a:solidFill>
                  <a:schemeClr val="accent4"/>
                </a:solidFill>
              </a:defRPr>
            </a:lvl8pPr>
            <a:lvl9pPr lvl="8" rtl="0">
              <a:lnSpc>
                <a:spcPct val="115000"/>
              </a:lnSpc>
              <a:spcBef>
                <a:spcPts val="0"/>
              </a:spcBef>
              <a:spcAft>
                <a:spcPts val="0"/>
              </a:spcAft>
              <a:buClr>
                <a:schemeClr val="accent4"/>
              </a:buClr>
              <a:buSzPts val="2700"/>
              <a:buNone/>
              <a:defRPr sz="2700">
                <a:solidFill>
                  <a:schemeClr val="accent4"/>
                </a:solidFill>
              </a:defRPr>
            </a:lvl9pPr>
          </a:lstStyle>
          <a:p/>
        </p:txBody>
      </p:sp>
      <p:sp>
        <p:nvSpPr>
          <p:cNvPr id="335" name="Google Shape;335;p60"/>
          <p:cNvSpPr txBox="1"/>
          <p:nvPr>
            <p:ph idx="6" type="body"/>
          </p:nvPr>
        </p:nvSpPr>
        <p:spPr>
          <a:xfrm>
            <a:off x="957376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
        <p:nvSpPr>
          <p:cNvPr id="336" name="Google Shape;336;p60"/>
          <p:cNvSpPr txBox="1"/>
          <p:nvPr>
            <p:ph idx="7" type="title"/>
          </p:nvPr>
        </p:nvSpPr>
        <p:spPr>
          <a:xfrm>
            <a:off x="1378000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Clr>
                <a:schemeClr val="accent4"/>
              </a:buClr>
              <a:buSzPts val="2700"/>
              <a:buNone/>
              <a:defRPr sz="2700">
                <a:solidFill>
                  <a:schemeClr val="accent4"/>
                </a:solidFill>
              </a:defRPr>
            </a:lvl1pPr>
            <a:lvl2pPr lvl="1" rtl="0">
              <a:lnSpc>
                <a:spcPct val="115000"/>
              </a:lnSpc>
              <a:spcBef>
                <a:spcPts val="0"/>
              </a:spcBef>
              <a:spcAft>
                <a:spcPts val="0"/>
              </a:spcAft>
              <a:buClr>
                <a:schemeClr val="accent4"/>
              </a:buClr>
              <a:buSzPts val="2700"/>
              <a:buNone/>
              <a:defRPr sz="2700">
                <a:solidFill>
                  <a:schemeClr val="accent4"/>
                </a:solidFill>
              </a:defRPr>
            </a:lvl2pPr>
            <a:lvl3pPr lvl="2" rtl="0">
              <a:lnSpc>
                <a:spcPct val="115000"/>
              </a:lnSpc>
              <a:spcBef>
                <a:spcPts val="0"/>
              </a:spcBef>
              <a:spcAft>
                <a:spcPts val="0"/>
              </a:spcAft>
              <a:buClr>
                <a:schemeClr val="accent4"/>
              </a:buClr>
              <a:buSzPts val="2700"/>
              <a:buNone/>
              <a:defRPr sz="2700">
                <a:solidFill>
                  <a:schemeClr val="accent4"/>
                </a:solidFill>
              </a:defRPr>
            </a:lvl3pPr>
            <a:lvl4pPr lvl="3" rtl="0">
              <a:lnSpc>
                <a:spcPct val="115000"/>
              </a:lnSpc>
              <a:spcBef>
                <a:spcPts val="0"/>
              </a:spcBef>
              <a:spcAft>
                <a:spcPts val="0"/>
              </a:spcAft>
              <a:buClr>
                <a:schemeClr val="accent4"/>
              </a:buClr>
              <a:buSzPts val="2700"/>
              <a:buNone/>
              <a:defRPr sz="2700">
                <a:solidFill>
                  <a:schemeClr val="accent4"/>
                </a:solidFill>
              </a:defRPr>
            </a:lvl4pPr>
            <a:lvl5pPr lvl="4" rtl="0">
              <a:lnSpc>
                <a:spcPct val="115000"/>
              </a:lnSpc>
              <a:spcBef>
                <a:spcPts val="0"/>
              </a:spcBef>
              <a:spcAft>
                <a:spcPts val="0"/>
              </a:spcAft>
              <a:buClr>
                <a:schemeClr val="accent4"/>
              </a:buClr>
              <a:buSzPts val="2700"/>
              <a:buNone/>
              <a:defRPr sz="2700">
                <a:solidFill>
                  <a:schemeClr val="accent4"/>
                </a:solidFill>
              </a:defRPr>
            </a:lvl5pPr>
            <a:lvl6pPr lvl="5" rtl="0">
              <a:lnSpc>
                <a:spcPct val="115000"/>
              </a:lnSpc>
              <a:spcBef>
                <a:spcPts val="0"/>
              </a:spcBef>
              <a:spcAft>
                <a:spcPts val="0"/>
              </a:spcAft>
              <a:buClr>
                <a:schemeClr val="accent4"/>
              </a:buClr>
              <a:buSzPts val="2700"/>
              <a:buNone/>
              <a:defRPr sz="2700">
                <a:solidFill>
                  <a:schemeClr val="accent4"/>
                </a:solidFill>
              </a:defRPr>
            </a:lvl6pPr>
            <a:lvl7pPr lvl="6" rtl="0">
              <a:lnSpc>
                <a:spcPct val="115000"/>
              </a:lnSpc>
              <a:spcBef>
                <a:spcPts val="0"/>
              </a:spcBef>
              <a:spcAft>
                <a:spcPts val="0"/>
              </a:spcAft>
              <a:buClr>
                <a:schemeClr val="accent4"/>
              </a:buClr>
              <a:buSzPts val="2700"/>
              <a:buNone/>
              <a:defRPr sz="2700">
                <a:solidFill>
                  <a:schemeClr val="accent4"/>
                </a:solidFill>
              </a:defRPr>
            </a:lvl7pPr>
            <a:lvl8pPr lvl="7" rtl="0">
              <a:lnSpc>
                <a:spcPct val="115000"/>
              </a:lnSpc>
              <a:spcBef>
                <a:spcPts val="0"/>
              </a:spcBef>
              <a:spcAft>
                <a:spcPts val="0"/>
              </a:spcAft>
              <a:buClr>
                <a:schemeClr val="accent4"/>
              </a:buClr>
              <a:buSzPts val="2700"/>
              <a:buNone/>
              <a:defRPr sz="2700">
                <a:solidFill>
                  <a:schemeClr val="accent4"/>
                </a:solidFill>
              </a:defRPr>
            </a:lvl8pPr>
            <a:lvl9pPr lvl="8" rtl="0">
              <a:lnSpc>
                <a:spcPct val="115000"/>
              </a:lnSpc>
              <a:spcBef>
                <a:spcPts val="0"/>
              </a:spcBef>
              <a:spcAft>
                <a:spcPts val="0"/>
              </a:spcAft>
              <a:buClr>
                <a:schemeClr val="accent4"/>
              </a:buClr>
              <a:buSzPts val="2700"/>
              <a:buNone/>
              <a:defRPr sz="2700">
                <a:solidFill>
                  <a:schemeClr val="accent4"/>
                </a:solidFill>
              </a:defRPr>
            </a:lvl9pPr>
          </a:lstStyle>
          <a:p/>
        </p:txBody>
      </p:sp>
      <p:sp>
        <p:nvSpPr>
          <p:cNvPr id="337" name="Google Shape;337;p60"/>
          <p:cNvSpPr txBox="1"/>
          <p:nvPr>
            <p:ph idx="8" type="body"/>
          </p:nvPr>
        </p:nvSpPr>
        <p:spPr>
          <a:xfrm>
            <a:off x="1378000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Clr>
                <a:schemeClr val="accent4"/>
              </a:buClr>
              <a:buSzPts val="1800"/>
              <a:buChar char="•"/>
              <a:defRPr>
                <a:solidFill>
                  <a:schemeClr val="accent4"/>
                </a:solidFill>
              </a:defRPr>
            </a:lvl1pPr>
            <a:lvl2pPr indent="-342900" lvl="1" marL="914400" rtl="0">
              <a:spcBef>
                <a:spcPts val="1000"/>
              </a:spcBef>
              <a:spcAft>
                <a:spcPts val="0"/>
              </a:spcAft>
              <a:buClr>
                <a:schemeClr val="accent4"/>
              </a:buClr>
              <a:buSzPts val="1800"/>
              <a:buChar char="﹘"/>
              <a:defRPr>
                <a:solidFill>
                  <a:schemeClr val="accent4"/>
                </a:solidFill>
              </a:defRPr>
            </a:lvl2pPr>
            <a:lvl3pPr indent="-342900" lvl="2" marL="1371600" rtl="0">
              <a:spcBef>
                <a:spcPts val="1000"/>
              </a:spcBef>
              <a:spcAft>
                <a:spcPts val="0"/>
              </a:spcAft>
              <a:buClr>
                <a:schemeClr val="accent4"/>
              </a:buClr>
              <a:buSzPts val="1800"/>
              <a:buChar char="﹘"/>
              <a:defRPr>
                <a:solidFill>
                  <a:schemeClr val="accent4"/>
                </a:solidFill>
              </a:defRPr>
            </a:lvl3pPr>
            <a:lvl4pPr indent="-342900" lvl="3" marL="1828800" rtl="0">
              <a:spcBef>
                <a:spcPts val="1000"/>
              </a:spcBef>
              <a:spcAft>
                <a:spcPts val="0"/>
              </a:spcAft>
              <a:buClr>
                <a:schemeClr val="accent4"/>
              </a:buClr>
              <a:buSzPts val="1800"/>
              <a:buChar char="﹘"/>
              <a:defRPr>
                <a:solidFill>
                  <a:schemeClr val="accent4"/>
                </a:solidFill>
              </a:defRPr>
            </a:lvl4pPr>
            <a:lvl5pPr indent="-342900" lvl="4" marL="2286000" rtl="0">
              <a:spcBef>
                <a:spcPts val="1000"/>
              </a:spcBef>
              <a:spcAft>
                <a:spcPts val="0"/>
              </a:spcAft>
              <a:buClr>
                <a:schemeClr val="accent4"/>
              </a:buClr>
              <a:buSzPts val="1800"/>
              <a:buChar char="﹘"/>
              <a:defRPr>
                <a:solidFill>
                  <a:schemeClr val="accent4"/>
                </a:solidFill>
              </a:defRPr>
            </a:lvl5pPr>
            <a:lvl6pPr indent="-342900" lvl="5" marL="2743200" rtl="0">
              <a:spcBef>
                <a:spcPts val="1000"/>
              </a:spcBef>
              <a:spcAft>
                <a:spcPts val="0"/>
              </a:spcAft>
              <a:buClr>
                <a:schemeClr val="accent4"/>
              </a:buClr>
              <a:buSzPts val="1800"/>
              <a:buChar char="﹘"/>
              <a:defRPr>
                <a:solidFill>
                  <a:schemeClr val="accent4"/>
                </a:solidFill>
              </a:defRPr>
            </a:lvl6pPr>
            <a:lvl7pPr indent="-342900" lvl="6" marL="3200400" rtl="0">
              <a:spcBef>
                <a:spcPts val="1000"/>
              </a:spcBef>
              <a:spcAft>
                <a:spcPts val="0"/>
              </a:spcAft>
              <a:buClr>
                <a:schemeClr val="accent4"/>
              </a:buClr>
              <a:buSzPts val="1800"/>
              <a:buChar char="﹘"/>
              <a:defRPr>
                <a:solidFill>
                  <a:schemeClr val="accent4"/>
                </a:solidFill>
              </a:defRPr>
            </a:lvl7pPr>
            <a:lvl8pPr indent="-342900" lvl="7" marL="3657600" rtl="0">
              <a:spcBef>
                <a:spcPts val="1000"/>
              </a:spcBef>
              <a:spcAft>
                <a:spcPts val="0"/>
              </a:spcAft>
              <a:buClr>
                <a:schemeClr val="accent4"/>
              </a:buClr>
              <a:buSzPts val="1800"/>
              <a:buChar char="﹘"/>
              <a:defRPr>
                <a:solidFill>
                  <a:schemeClr val="accent4"/>
                </a:solidFill>
              </a:defRPr>
            </a:lvl8pPr>
            <a:lvl9pPr indent="-342900" lvl="8" marL="4114800" rtl="0">
              <a:spcBef>
                <a:spcPts val="1000"/>
              </a:spcBef>
              <a:spcAft>
                <a:spcPts val="1000"/>
              </a:spcAft>
              <a:buClr>
                <a:schemeClr val="accent4"/>
              </a:buClr>
              <a:buSzPts val="1800"/>
              <a:buChar char="﹘"/>
              <a:defRPr>
                <a:solidFill>
                  <a:schemeClr val="accent4"/>
                </a:solidFil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9_Big Stat">
  <p:cSld name="TITLE_1_3">
    <p:bg>
      <p:bgPr>
        <a:solidFill>
          <a:schemeClr val="dk1"/>
        </a:solidFill>
      </p:bgPr>
    </p:bg>
    <p:spTree>
      <p:nvGrpSpPr>
        <p:cNvPr id="338" name="Shape 338"/>
        <p:cNvGrpSpPr/>
        <p:nvPr/>
      </p:nvGrpSpPr>
      <p:grpSpPr>
        <a:xfrm>
          <a:off x="0" y="0"/>
          <a:ext cx="0" cy="0"/>
          <a:chOff x="0" y="0"/>
          <a:chExt cx="0" cy="0"/>
        </a:xfrm>
      </p:grpSpPr>
      <p:sp>
        <p:nvSpPr>
          <p:cNvPr id="339" name="Google Shape;339;p61"/>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40" name="Google Shape;340;p61"/>
          <p:cNvSpPr txBox="1"/>
          <p:nvPr>
            <p:ph type="ctrTitle"/>
          </p:nvPr>
        </p:nvSpPr>
        <p:spPr>
          <a:xfrm>
            <a:off x="1527050" y="3383275"/>
            <a:ext cx="15222600" cy="2201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1pPr>
            <a:lvl2pPr lvl="1" rtl="0" algn="ctr">
              <a:spcBef>
                <a:spcPts val="0"/>
              </a:spcBef>
              <a:spcAft>
                <a:spcPts val="0"/>
              </a:spcAft>
              <a:buClr>
                <a:schemeClr val="accent4"/>
              </a:buClr>
              <a:buSzPts val="14600"/>
              <a:buNone/>
              <a:defRPr sz="14600">
                <a:solidFill>
                  <a:schemeClr val="accent4"/>
                </a:solidFill>
              </a:defRPr>
            </a:lvl2pPr>
            <a:lvl3pPr lvl="2" rtl="0" algn="ctr">
              <a:spcBef>
                <a:spcPts val="0"/>
              </a:spcBef>
              <a:spcAft>
                <a:spcPts val="0"/>
              </a:spcAft>
              <a:buClr>
                <a:schemeClr val="accent4"/>
              </a:buClr>
              <a:buSzPts val="14600"/>
              <a:buNone/>
              <a:defRPr sz="14600">
                <a:solidFill>
                  <a:schemeClr val="accent4"/>
                </a:solidFill>
              </a:defRPr>
            </a:lvl3pPr>
            <a:lvl4pPr lvl="3" rtl="0" algn="ctr">
              <a:spcBef>
                <a:spcPts val="0"/>
              </a:spcBef>
              <a:spcAft>
                <a:spcPts val="0"/>
              </a:spcAft>
              <a:buClr>
                <a:schemeClr val="accent4"/>
              </a:buClr>
              <a:buSzPts val="14600"/>
              <a:buNone/>
              <a:defRPr sz="14600">
                <a:solidFill>
                  <a:schemeClr val="accent4"/>
                </a:solidFill>
              </a:defRPr>
            </a:lvl4pPr>
            <a:lvl5pPr lvl="4" rtl="0" algn="ctr">
              <a:spcBef>
                <a:spcPts val="0"/>
              </a:spcBef>
              <a:spcAft>
                <a:spcPts val="0"/>
              </a:spcAft>
              <a:buClr>
                <a:schemeClr val="accent4"/>
              </a:buClr>
              <a:buSzPts val="14600"/>
              <a:buNone/>
              <a:defRPr sz="14600">
                <a:solidFill>
                  <a:schemeClr val="accent4"/>
                </a:solidFill>
              </a:defRPr>
            </a:lvl5pPr>
            <a:lvl6pPr lvl="5" rtl="0" algn="ctr">
              <a:spcBef>
                <a:spcPts val="0"/>
              </a:spcBef>
              <a:spcAft>
                <a:spcPts val="0"/>
              </a:spcAft>
              <a:buClr>
                <a:schemeClr val="accent4"/>
              </a:buClr>
              <a:buSzPts val="14600"/>
              <a:buNone/>
              <a:defRPr sz="14600">
                <a:solidFill>
                  <a:schemeClr val="accent4"/>
                </a:solidFill>
              </a:defRPr>
            </a:lvl6pPr>
            <a:lvl7pPr lvl="6" rtl="0" algn="ctr">
              <a:spcBef>
                <a:spcPts val="0"/>
              </a:spcBef>
              <a:spcAft>
                <a:spcPts val="0"/>
              </a:spcAft>
              <a:buClr>
                <a:schemeClr val="accent4"/>
              </a:buClr>
              <a:buSzPts val="14600"/>
              <a:buNone/>
              <a:defRPr sz="14600">
                <a:solidFill>
                  <a:schemeClr val="accent4"/>
                </a:solidFill>
              </a:defRPr>
            </a:lvl7pPr>
            <a:lvl8pPr lvl="7" rtl="0" algn="ctr">
              <a:spcBef>
                <a:spcPts val="0"/>
              </a:spcBef>
              <a:spcAft>
                <a:spcPts val="0"/>
              </a:spcAft>
              <a:buClr>
                <a:schemeClr val="accent4"/>
              </a:buClr>
              <a:buSzPts val="14600"/>
              <a:buNone/>
              <a:defRPr sz="14600">
                <a:solidFill>
                  <a:schemeClr val="accent4"/>
                </a:solidFill>
              </a:defRPr>
            </a:lvl8pPr>
            <a:lvl9pPr lvl="8" rtl="0" algn="ctr">
              <a:spcBef>
                <a:spcPts val="0"/>
              </a:spcBef>
              <a:spcAft>
                <a:spcPts val="0"/>
              </a:spcAft>
              <a:buClr>
                <a:schemeClr val="accent4"/>
              </a:buClr>
              <a:buSzPts val="14600"/>
              <a:buNone/>
              <a:defRPr sz="14600">
                <a:solidFill>
                  <a:schemeClr val="accent4"/>
                </a:solidFill>
              </a:defRPr>
            </a:lvl9pPr>
          </a:lstStyle>
          <a:p/>
        </p:txBody>
      </p:sp>
      <p:sp>
        <p:nvSpPr>
          <p:cNvPr id="341" name="Google Shape;341;p61"/>
          <p:cNvSpPr txBox="1"/>
          <p:nvPr>
            <p:ph idx="2" type="subTitle"/>
          </p:nvPr>
        </p:nvSpPr>
        <p:spPr>
          <a:xfrm>
            <a:off x="1527158" y="5458973"/>
            <a:ext cx="15222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solidFill>
                  <a:schemeClr val="accent4"/>
                </a:solidFill>
              </a:defRPr>
            </a:lvl1pPr>
            <a:lvl2pPr lvl="1" rtl="0" algn="ctr">
              <a:lnSpc>
                <a:spcPct val="125000"/>
              </a:lnSpc>
              <a:spcBef>
                <a:spcPts val="0"/>
              </a:spcBef>
              <a:spcAft>
                <a:spcPts val="0"/>
              </a:spcAft>
              <a:buNone/>
              <a:defRPr b="0" sz="1800">
                <a:solidFill>
                  <a:schemeClr val="accent4"/>
                </a:solidFill>
              </a:defRPr>
            </a:lvl2pPr>
            <a:lvl3pPr lvl="2" rtl="0" algn="ctr">
              <a:lnSpc>
                <a:spcPct val="125000"/>
              </a:lnSpc>
              <a:spcBef>
                <a:spcPts val="0"/>
              </a:spcBef>
              <a:spcAft>
                <a:spcPts val="0"/>
              </a:spcAft>
              <a:buNone/>
              <a:defRPr b="0" sz="1800">
                <a:solidFill>
                  <a:schemeClr val="accent4"/>
                </a:solidFill>
              </a:defRPr>
            </a:lvl3pPr>
            <a:lvl4pPr lvl="3" rtl="0" algn="ctr">
              <a:lnSpc>
                <a:spcPct val="125000"/>
              </a:lnSpc>
              <a:spcBef>
                <a:spcPts val="0"/>
              </a:spcBef>
              <a:spcAft>
                <a:spcPts val="0"/>
              </a:spcAft>
              <a:buNone/>
              <a:defRPr b="0" sz="1800">
                <a:solidFill>
                  <a:schemeClr val="accent4"/>
                </a:solidFill>
              </a:defRPr>
            </a:lvl4pPr>
            <a:lvl5pPr lvl="4" rtl="0" algn="ctr">
              <a:lnSpc>
                <a:spcPct val="125000"/>
              </a:lnSpc>
              <a:spcBef>
                <a:spcPts val="0"/>
              </a:spcBef>
              <a:spcAft>
                <a:spcPts val="0"/>
              </a:spcAft>
              <a:buNone/>
              <a:defRPr b="0" sz="1800">
                <a:solidFill>
                  <a:schemeClr val="accent4"/>
                </a:solidFill>
              </a:defRPr>
            </a:lvl5pPr>
            <a:lvl6pPr lvl="5" rtl="0" algn="ctr">
              <a:lnSpc>
                <a:spcPct val="125000"/>
              </a:lnSpc>
              <a:spcBef>
                <a:spcPts val="0"/>
              </a:spcBef>
              <a:spcAft>
                <a:spcPts val="0"/>
              </a:spcAft>
              <a:buNone/>
              <a:defRPr b="0" sz="1800">
                <a:solidFill>
                  <a:schemeClr val="accent4"/>
                </a:solidFill>
              </a:defRPr>
            </a:lvl6pPr>
            <a:lvl7pPr lvl="6" rtl="0" algn="ctr">
              <a:lnSpc>
                <a:spcPct val="125000"/>
              </a:lnSpc>
              <a:spcBef>
                <a:spcPts val="0"/>
              </a:spcBef>
              <a:spcAft>
                <a:spcPts val="0"/>
              </a:spcAft>
              <a:buNone/>
              <a:defRPr b="0" sz="1800">
                <a:solidFill>
                  <a:schemeClr val="accent4"/>
                </a:solidFill>
              </a:defRPr>
            </a:lvl7pPr>
            <a:lvl8pPr lvl="7" rtl="0" algn="ctr">
              <a:lnSpc>
                <a:spcPct val="125000"/>
              </a:lnSpc>
              <a:spcBef>
                <a:spcPts val="0"/>
              </a:spcBef>
              <a:spcAft>
                <a:spcPts val="0"/>
              </a:spcAft>
              <a:buNone/>
              <a:defRPr b="0" sz="1800">
                <a:solidFill>
                  <a:schemeClr val="accent4"/>
                </a:solidFill>
              </a:defRPr>
            </a:lvl8pPr>
            <a:lvl9pPr lvl="8" rtl="0" algn="ctr">
              <a:lnSpc>
                <a:spcPct val="125000"/>
              </a:lnSpc>
              <a:spcBef>
                <a:spcPts val="0"/>
              </a:spcBef>
              <a:spcAft>
                <a:spcPts val="0"/>
              </a:spcAft>
              <a:buNone/>
              <a:defRPr b="0" sz="1800">
                <a:solidFill>
                  <a:schemeClr val="accent4"/>
                </a:solidFill>
              </a:defRPr>
            </a:lvl9pPr>
          </a:lstStyle>
          <a:p/>
        </p:txBody>
      </p:sp>
      <p:sp>
        <p:nvSpPr>
          <p:cNvPr id="342" name="Google Shape;342;p61"/>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solidFill>
                  <a:schemeClr val="accent4"/>
                </a:solidFill>
              </a:defRPr>
            </a:lvl1pPr>
            <a:lvl2pPr lvl="1" rtl="0">
              <a:lnSpc>
                <a:spcPct val="100000"/>
              </a:lnSpc>
              <a:spcBef>
                <a:spcPts val="0"/>
              </a:spcBef>
              <a:spcAft>
                <a:spcPts val="0"/>
              </a:spcAft>
              <a:buNone/>
              <a:defRPr b="0" sz="1400">
                <a:solidFill>
                  <a:schemeClr val="accent4"/>
                </a:solidFill>
              </a:defRPr>
            </a:lvl2pPr>
            <a:lvl3pPr lvl="2" rtl="0">
              <a:lnSpc>
                <a:spcPct val="100000"/>
              </a:lnSpc>
              <a:spcBef>
                <a:spcPts val="0"/>
              </a:spcBef>
              <a:spcAft>
                <a:spcPts val="0"/>
              </a:spcAft>
              <a:buNone/>
              <a:defRPr b="0" sz="1400">
                <a:solidFill>
                  <a:schemeClr val="accent4"/>
                </a:solidFill>
              </a:defRPr>
            </a:lvl3pPr>
            <a:lvl4pPr lvl="3" rtl="0">
              <a:lnSpc>
                <a:spcPct val="100000"/>
              </a:lnSpc>
              <a:spcBef>
                <a:spcPts val="0"/>
              </a:spcBef>
              <a:spcAft>
                <a:spcPts val="0"/>
              </a:spcAft>
              <a:buNone/>
              <a:defRPr b="0" sz="1400">
                <a:solidFill>
                  <a:schemeClr val="accent4"/>
                </a:solidFill>
              </a:defRPr>
            </a:lvl4pPr>
            <a:lvl5pPr lvl="4" rtl="0">
              <a:lnSpc>
                <a:spcPct val="100000"/>
              </a:lnSpc>
              <a:spcBef>
                <a:spcPts val="0"/>
              </a:spcBef>
              <a:spcAft>
                <a:spcPts val="0"/>
              </a:spcAft>
              <a:buNone/>
              <a:defRPr b="0" sz="1400">
                <a:solidFill>
                  <a:schemeClr val="accent4"/>
                </a:solidFill>
              </a:defRPr>
            </a:lvl5pPr>
            <a:lvl6pPr lvl="5" rtl="0">
              <a:lnSpc>
                <a:spcPct val="100000"/>
              </a:lnSpc>
              <a:spcBef>
                <a:spcPts val="0"/>
              </a:spcBef>
              <a:spcAft>
                <a:spcPts val="0"/>
              </a:spcAft>
              <a:buNone/>
              <a:defRPr b="0" sz="1400">
                <a:solidFill>
                  <a:schemeClr val="accent4"/>
                </a:solidFill>
              </a:defRPr>
            </a:lvl6pPr>
            <a:lvl7pPr lvl="6" rtl="0">
              <a:lnSpc>
                <a:spcPct val="100000"/>
              </a:lnSpc>
              <a:spcBef>
                <a:spcPts val="0"/>
              </a:spcBef>
              <a:spcAft>
                <a:spcPts val="0"/>
              </a:spcAft>
              <a:buNone/>
              <a:defRPr b="0" sz="1400">
                <a:solidFill>
                  <a:schemeClr val="accent4"/>
                </a:solidFill>
              </a:defRPr>
            </a:lvl7pPr>
            <a:lvl8pPr lvl="7" rtl="0">
              <a:lnSpc>
                <a:spcPct val="100000"/>
              </a:lnSpc>
              <a:spcBef>
                <a:spcPts val="0"/>
              </a:spcBef>
              <a:spcAft>
                <a:spcPts val="0"/>
              </a:spcAft>
              <a:buNone/>
              <a:defRPr b="0" sz="1400">
                <a:solidFill>
                  <a:schemeClr val="accent4"/>
                </a:solidFill>
              </a:defRPr>
            </a:lvl8pPr>
            <a:lvl9pPr lvl="8" rtl="0">
              <a:lnSpc>
                <a:spcPct val="100000"/>
              </a:lnSpc>
              <a:spcBef>
                <a:spcPts val="0"/>
              </a:spcBef>
              <a:spcAft>
                <a:spcPts val="0"/>
              </a:spcAft>
              <a:buNone/>
              <a:defRPr b="0" sz="1400">
                <a:solidFill>
                  <a:schemeClr val="accent4"/>
                </a:solidFill>
              </a:defRPr>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2_Stats (Two)">
  <p:cSld name="TITLE_1_1_2">
    <p:bg>
      <p:bgPr>
        <a:solidFill>
          <a:schemeClr val="dk1"/>
        </a:solidFill>
      </p:bgPr>
    </p:bg>
    <p:spTree>
      <p:nvGrpSpPr>
        <p:cNvPr id="343" name="Shape 343"/>
        <p:cNvGrpSpPr/>
        <p:nvPr/>
      </p:nvGrpSpPr>
      <p:grpSpPr>
        <a:xfrm>
          <a:off x="0" y="0"/>
          <a:ext cx="0" cy="0"/>
          <a:chOff x="0" y="0"/>
          <a:chExt cx="0" cy="0"/>
        </a:xfrm>
      </p:grpSpPr>
      <p:sp>
        <p:nvSpPr>
          <p:cNvPr id="344" name="Google Shape;344;p62"/>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45" name="Google Shape;345;p62"/>
          <p:cNvSpPr txBox="1"/>
          <p:nvPr>
            <p:ph type="ctrTitle"/>
          </p:nvPr>
        </p:nvSpPr>
        <p:spPr>
          <a:xfrm>
            <a:off x="1403550" y="3383275"/>
            <a:ext cx="6336900" cy="2201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1pPr>
            <a:lvl2pPr lvl="1"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2pPr>
            <a:lvl3pPr lvl="2"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3pPr>
            <a:lvl4pPr lvl="3"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4pPr>
            <a:lvl5pPr lvl="4"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5pPr>
            <a:lvl6pPr lvl="5"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6pPr>
            <a:lvl7pPr lvl="6"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7pPr>
            <a:lvl8pPr lvl="7"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8pPr>
            <a:lvl9pPr lvl="8"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9pPr>
          </a:lstStyle>
          <a:p/>
        </p:txBody>
      </p:sp>
      <p:sp>
        <p:nvSpPr>
          <p:cNvPr id="346" name="Google Shape;346;p62"/>
          <p:cNvSpPr txBox="1"/>
          <p:nvPr>
            <p:ph idx="2" type="subTitle"/>
          </p:nvPr>
        </p:nvSpPr>
        <p:spPr>
          <a:xfrm>
            <a:off x="1403550" y="5458975"/>
            <a:ext cx="63369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solidFill>
                  <a:schemeClr val="accent4"/>
                </a:solidFill>
              </a:defRPr>
            </a:lvl1pPr>
            <a:lvl2pPr lvl="1" rtl="0" algn="ctr">
              <a:lnSpc>
                <a:spcPct val="125000"/>
              </a:lnSpc>
              <a:spcBef>
                <a:spcPts val="0"/>
              </a:spcBef>
              <a:spcAft>
                <a:spcPts val="0"/>
              </a:spcAft>
              <a:buNone/>
              <a:defRPr b="0" sz="1800">
                <a:solidFill>
                  <a:schemeClr val="accent4"/>
                </a:solidFill>
              </a:defRPr>
            </a:lvl2pPr>
            <a:lvl3pPr lvl="2" rtl="0" algn="ctr">
              <a:lnSpc>
                <a:spcPct val="125000"/>
              </a:lnSpc>
              <a:spcBef>
                <a:spcPts val="0"/>
              </a:spcBef>
              <a:spcAft>
                <a:spcPts val="0"/>
              </a:spcAft>
              <a:buNone/>
              <a:defRPr b="0" sz="1800">
                <a:solidFill>
                  <a:schemeClr val="accent4"/>
                </a:solidFill>
              </a:defRPr>
            </a:lvl3pPr>
            <a:lvl4pPr lvl="3" rtl="0" algn="ctr">
              <a:lnSpc>
                <a:spcPct val="125000"/>
              </a:lnSpc>
              <a:spcBef>
                <a:spcPts val="0"/>
              </a:spcBef>
              <a:spcAft>
                <a:spcPts val="0"/>
              </a:spcAft>
              <a:buNone/>
              <a:defRPr b="0" sz="1800">
                <a:solidFill>
                  <a:schemeClr val="accent4"/>
                </a:solidFill>
              </a:defRPr>
            </a:lvl4pPr>
            <a:lvl5pPr lvl="4" rtl="0" algn="ctr">
              <a:lnSpc>
                <a:spcPct val="125000"/>
              </a:lnSpc>
              <a:spcBef>
                <a:spcPts val="0"/>
              </a:spcBef>
              <a:spcAft>
                <a:spcPts val="0"/>
              </a:spcAft>
              <a:buNone/>
              <a:defRPr b="0" sz="1800">
                <a:solidFill>
                  <a:schemeClr val="accent4"/>
                </a:solidFill>
              </a:defRPr>
            </a:lvl5pPr>
            <a:lvl6pPr lvl="5" rtl="0" algn="ctr">
              <a:lnSpc>
                <a:spcPct val="125000"/>
              </a:lnSpc>
              <a:spcBef>
                <a:spcPts val="0"/>
              </a:spcBef>
              <a:spcAft>
                <a:spcPts val="0"/>
              </a:spcAft>
              <a:buNone/>
              <a:defRPr b="0" sz="1800">
                <a:solidFill>
                  <a:schemeClr val="accent4"/>
                </a:solidFill>
              </a:defRPr>
            </a:lvl6pPr>
            <a:lvl7pPr lvl="6" rtl="0" algn="ctr">
              <a:lnSpc>
                <a:spcPct val="125000"/>
              </a:lnSpc>
              <a:spcBef>
                <a:spcPts val="0"/>
              </a:spcBef>
              <a:spcAft>
                <a:spcPts val="0"/>
              </a:spcAft>
              <a:buNone/>
              <a:defRPr b="0" sz="1800">
                <a:solidFill>
                  <a:schemeClr val="accent4"/>
                </a:solidFill>
              </a:defRPr>
            </a:lvl7pPr>
            <a:lvl8pPr lvl="7" rtl="0" algn="ctr">
              <a:lnSpc>
                <a:spcPct val="125000"/>
              </a:lnSpc>
              <a:spcBef>
                <a:spcPts val="0"/>
              </a:spcBef>
              <a:spcAft>
                <a:spcPts val="0"/>
              </a:spcAft>
              <a:buNone/>
              <a:defRPr b="0" sz="1800">
                <a:solidFill>
                  <a:schemeClr val="accent4"/>
                </a:solidFill>
              </a:defRPr>
            </a:lvl8pPr>
            <a:lvl9pPr lvl="8" rtl="0" algn="ctr">
              <a:lnSpc>
                <a:spcPct val="125000"/>
              </a:lnSpc>
              <a:spcBef>
                <a:spcPts val="0"/>
              </a:spcBef>
              <a:spcAft>
                <a:spcPts val="0"/>
              </a:spcAft>
              <a:buNone/>
              <a:defRPr b="0" sz="1800">
                <a:solidFill>
                  <a:schemeClr val="accent4"/>
                </a:solidFill>
              </a:defRPr>
            </a:lvl9pPr>
          </a:lstStyle>
          <a:p/>
        </p:txBody>
      </p:sp>
      <p:sp>
        <p:nvSpPr>
          <p:cNvPr id="347" name="Google Shape;347;p62"/>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solidFill>
                  <a:schemeClr val="accent4"/>
                </a:solidFill>
              </a:defRPr>
            </a:lvl1pPr>
            <a:lvl2pPr lvl="1" rtl="0">
              <a:lnSpc>
                <a:spcPct val="100000"/>
              </a:lnSpc>
              <a:spcBef>
                <a:spcPts val="0"/>
              </a:spcBef>
              <a:spcAft>
                <a:spcPts val="0"/>
              </a:spcAft>
              <a:buNone/>
              <a:defRPr b="0" sz="1400">
                <a:solidFill>
                  <a:schemeClr val="accent4"/>
                </a:solidFill>
              </a:defRPr>
            </a:lvl2pPr>
            <a:lvl3pPr lvl="2" rtl="0">
              <a:lnSpc>
                <a:spcPct val="100000"/>
              </a:lnSpc>
              <a:spcBef>
                <a:spcPts val="0"/>
              </a:spcBef>
              <a:spcAft>
                <a:spcPts val="0"/>
              </a:spcAft>
              <a:buNone/>
              <a:defRPr b="0" sz="1400">
                <a:solidFill>
                  <a:schemeClr val="accent4"/>
                </a:solidFill>
              </a:defRPr>
            </a:lvl3pPr>
            <a:lvl4pPr lvl="3" rtl="0">
              <a:lnSpc>
                <a:spcPct val="100000"/>
              </a:lnSpc>
              <a:spcBef>
                <a:spcPts val="0"/>
              </a:spcBef>
              <a:spcAft>
                <a:spcPts val="0"/>
              </a:spcAft>
              <a:buNone/>
              <a:defRPr b="0" sz="1400">
                <a:solidFill>
                  <a:schemeClr val="accent4"/>
                </a:solidFill>
              </a:defRPr>
            </a:lvl4pPr>
            <a:lvl5pPr lvl="4" rtl="0">
              <a:lnSpc>
                <a:spcPct val="100000"/>
              </a:lnSpc>
              <a:spcBef>
                <a:spcPts val="0"/>
              </a:spcBef>
              <a:spcAft>
                <a:spcPts val="0"/>
              </a:spcAft>
              <a:buNone/>
              <a:defRPr b="0" sz="1400">
                <a:solidFill>
                  <a:schemeClr val="accent4"/>
                </a:solidFill>
              </a:defRPr>
            </a:lvl5pPr>
            <a:lvl6pPr lvl="5" rtl="0">
              <a:lnSpc>
                <a:spcPct val="100000"/>
              </a:lnSpc>
              <a:spcBef>
                <a:spcPts val="0"/>
              </a:spcBef>
              <a:spcAft>
                <a:spcPts val="0"/>
              </a:spcAft>
              <a:buNone/>
              <a:defRPr b="0" sz="1400">
                <a:solidFill>
                  <a:schemeClr val="accent4"/>
                </a:solidFill>
              </a:defRPr>
            </a:lvl6pPr>
            <a:lvl7pPr lvl="6" rtl="0">
              <a:lnSpc>
                <a:spcPct val="100000"/>
              </a:lnSpc>
              <a:spcBef>
                <a:spcPts val="0"/>
              </a:spcBef>
              <a:spcAft>
                <a:spcPts val="0"/>
              </a:spcAft>
              <a:buNone/>
              <a:defRPr b="0" sz="1400">
                <a:solidFill>
                  <a:schemeClr val="accent4"/>
                </a:solidFill>
              </a:defRPr>
            </a:lvl7pPr>
            <a:lvl8pPr lvl="7" rtl="0">
              <a:lnSpc>
                <a:spcPct val="100000"/>
              </a:lnSpc>
              <a:spcBef>
                <a:spcPts val="0"/>
              </a:spcBef>
              <a:spcAft>
                <a:spcPts val="0"/>
              </a:spcAft>
              <a:buNone/>
              <a:defRPr b="0" sz="1400">
                <a:solidFill>
                  <a:schemeClr val="accent4"/>
                </a:solidFill>
              </a:defRPr>
            </a:lvl8pPr>
            <a:lvl9pPr lvl="8" rtl="0">
              <a:lnSpc>
                <a:spcPct val="100000"/>
              </a:lnSpc>
              <a:spcBef>
                <a:spcPts val="0"/>
              </a:spcBef>
              <a:spcAft>
                <a:spcPts val="0"/>
              </a:spcAft>
              <a:buNone/>
              <a:defRPr b="0" sz="1400">
                <a:solidFill>
                  <a:schemeClr val="accent4"/>
                </a:solidFill>
              </a:defRPr>
            </a:lvl9pPr>
          </a:lstStyle>
          <a:p/>
        </p:txBody>
      </p:sp>
      <p:sp>
        <p:nvSpPr>
          <p:cNvPr id="348" name="Google Shape;348;p62"/>
          <p:cNvSpPr txBox="1"/>
          <p:nvPr>
            <p:ph idx="4" type="ctrTitle"/>
          </p:nvPr>
        </p:nvSpPr>
        <p:spPr>
          <a:xfrm>
            <a:off x="10547550" y="3383275"/>
            <a:ext cx="6336900" cy="2201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1pPr>
            <a:lvl2pPr lvl="1"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2pPr>
            <a:lvl3pPr lvl="2"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3pPr>
            <a:lvl4pPr lvl="3"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4pPr>
            <a:lvl5pPr lvl="4"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5pPr>
            <a:lvl6pPr lvl="5"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6pPr>
            <a:lvl7pPr lvl="6"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7pPr>
            <a:lvl8pPr lvl="7"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8pPr>
            <a:lvl9pPr lvl="8" rtl="0" algn="ctr">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9pPr>
          </a:lstStyle>
          <a:p/>
        </p:txBody>
      </p:sp>
      <p:sp>
        <p:nvSpPr>
          <p:cNvPr id="349" name="Google Shape;349;p62"/>
          <p:cNvSpPr txBox="1"/>
          <p:nvPr>
            <p:ph idx="5" type="subTitle"/>
          </p:nvPr>
        </p:nvSpPr>
        <p:spPr>
          <a:xfrm>
            <a:off x="10547550" y="5458975"/>
            <a:ext cx="63369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solidFill>
                  <a:schemeClr val="accent4"/>
                </a:solidFill>
              </a:defRPr>
            </a:lvl1pPr>
            <a:lvl2pPr lvl="1" rtl="0" algn="ctr">
              <a:lnSpc>
                <a:spcPct val="125000"/>
              </a:lnSpc>
              <a:spcBef>
                <a:spcPts val="0"/>
              </a:spcBef>
              <a:spcAft>
                <a:spcPts val="0"/>
              </a:spcAft>
              <a:buNone/>
              <a:defRPr b="0" sz="1800">
                <a:solidFill>
                  <a:schemeClr val="accent4"/>
                </a:solidFill>
              </a:defRPr>
            </a:lvl2pPr>
            <a:lvl3pPr lvl="2" rtl="0" algn="ctr">
              <a:lnSpc>
                <a:spcPct val="125000"/>
              </a:lnSpc>
              <a:spcBef>
                <a:spcPts val="0"/>
              </a:spcBef>
              <a:spcAft>
                <a:spcPts val="0"/>
              </a:spcAft>
              <a:buNone/>
              <a:defRPr b="0" sz="1800">
                <a:solidFill>
                  <a:schemeClr val="accent4"/>
                </a:solidFill>
              </a:defRPr>
            </a:lvl3pPr>
            <a:lvl4pPr lvl="3" rtl="0" algn="ctr">
              <a:lnSpc>
                <a:spcPct val="125000"/>
              </a:lnSpc>
              <a:spcBef>
                <a:spcPts val="0"/>
              </a:spcBef>
              <a:spcAft>
                <a:spcPts val="0"/>
              </a:spcAft>
              <a:buNone/>
              <a:defRPr b="0" sz="1800">
                <a:solidFill>
                  <a:schemeClr val="accent4"/>
                </a:solidFill>
              </a:defRPr>
            </a:lvl4pPr>
            <a:lvl5pPr lvl="4" rtl="0" algn="ctr">
              <a:lnSpc>
                <a:spcPct val="125000"/>
              </a:lnSpc>
              <a:spcBef>
                <a:spcPts val="0"/>
              </a:spcBef>
              <a:spcAft>
                <a:spcPts val="0"/>
              </a:spcAft>
              <a:buNone/>
              <a:defRPr b="0" sz="1800">
                <a:solidFill>
                  <a:schemeClr val="accent4"/>
                </a:solidFill>
              </a:defRPr>
            </a:lvl5pPr>
            <a:lvl6pPr lvl="5" rtl="0" algn="ctr">
              <a:lnSpc>
                <a:spcPct val="125000"/>
              </a:lnSpc>
              <a:spcBef>
                <a:spcPts val="0"/>
              </a:spcBef>
              <a:spcAft>
                <a:spcPts val="0"/>
              </a:spcAft>
              <a:buNone/>
              <a:defRPr b="0" sz="1800">
                <a:solidFill>
                  <a:schemeClr val="accent4"/>
                </a:solidFill>
              </a:defRPr>
            </a:lvl6pPr>
            <a:lvl7pPr lvl="6" rtl="0" algn="ctr">
              <a:lnSpc>
                <a:spcPct val="125000"/>
              </a:lnSpc>
              <a:spcBef>
                <a:spcPts val="0"/>
              </a:spcBef>
              <a:spcAft>
                <a:spcPts val="0"/>
              </a:spcAft>
              <a:buNone/>
              <a:defRPr b="0" sz="1800">
                <a:solidFill>
                  <a:schemeClr val="accent4"/>
                </a:solidFill>
              </a:defRPr>
            </a:lvl7pPr>
            <a:lvl8pPr lvl="7" rtl="0" algn="ctr">
              <a:lnSpc>
                <a:spcPct val="125000"/>
              </a:lnSpc>
              <a:spcBef>
                <a:spcPts val="0"/>
              </a:spcBef>
              <a:spcAft>
                <a:spcPts val="0"/>
              </a:spcAft>
              <a:buNone/>
              <a:defRPr b="0" sz="1800">
                <a:solidFill>
                  <a:schemeClr val="accent4"/>
                </a:solidFill>
              </a:defRPr>
            </a:lvl8pPr>
            <a:lvl9pPr lvl="8" rtl="0" algn="ctr">
              <a:lnSpc>
                <a:spcPct val="125000"/>
              </a:lnSpc>
              <a:spcBef>
                <a:spcPts val="0"/>
              </a:spcBef>
              <a:spcAft>
                <a:spcPts val="0"/>
              </a:spcAft>
              <a:buNone/>
              <a:defRPr b="0" sz="1800">
                <a:solidFill>
                  <a:schemeClr val="accent4"/>
                </a:solidFill>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5_Stats (Three)">
  <p:cSld name="TITLE_1_1_1_1">
    <p:bg>
      <p:bgPr>
        <a:solidFill>
          <a:schemeClr val="dk1"/>
        </a:solidFill>
      </p:bgPr>
    </p:bg>
    <p:spTree>
      <p:nvGrpSpPr>
        <p:cNvPr id="350" name="Shape 350"/>
        <p:cNvGrpSpPr/>
        <p:nvPr/>
      </p:nvGrpSpPr>
      <p:grpSpPr>
        <a:xfrm>
          <a:off x="0" y="0"/>
          <a:ext cx="0" cy="0"/>
          <a:chOff x="0" y="0"/>
          <a:chExt cx="0" cy="0"/>
        </a:xfrm>
      </p:grpSpPr>
      <p:sp>
        <p:nvSpPr>
          <p:cNvPr id="351" name="Google Shape;351;p63"/>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52" name="Google Shape;352;p63"/>
          <p:cNvSpPr txBox="1"/>
          <p:nvPr>
            <p:ph type="ctrTitle"/>
          </p:nvPr>
        </p:nvSpPr>
        <p:spPr>
          <a:xfrm>
            <a:off x="1527048" y="3950475"/>
            <a:ext cx="4224600" cy="1469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1pPr>
            <a:lvl2pPr lvl="1"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53" name="Google Shape;353;p63"/>
          <p:cNvSpPr txBox="1"/>
          <p:nvPr>
            <p:ph idx="2" type="subTitle"/>
          </p:nvPr>
        </p:nvSpPr>
        <p:spPr>
          <a:xfrm>
            <a:off x="1527148"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solidFill>
                  <a:schemeClr val="accent4"/>
                </a:solidFill>
              </a:defRPr>
            </a:lvl1pPr>
            <a:lvl2pPr lvl="1" rtl="0" algn="ctr">
              <a:lnSpc>
                <a:spcPct val="125000"/>
              </a:lnSpc>
              <a:spcBef>
                <a:spcPts val="0"/>
              </a:spcBef>
              <a:spcAft>
                <a:spcPts val="0"/>
              </a:spcAft>
              <a:buNone/>
              <a:defRPr b="0" sz="1800">
                <a:solidFill>
                  <a:schemeClr val="accent4"/>
                </a:solidFill>
              </a:defRPr>
            </a:lvl2pPr>
            <a:lvl3pPr lvl="2" rtl="0" algn="ctr">
              <a:lnSpc>
                <a:spcPct val="125000"/>
              </a:lnSpc>
              <a:spcBef>
                <a:spcPts val="0"/>
              </a:spcBef>
              <a:spcAft>
                <a:spcPts val="0"/>
              </a:spcAft>
              <a:buNone/>
              <a:defRPr b="0" sz="1800">
                <a:solidFill>
                  <a:schemeClr val="accent4"/>
                </a:solidFill>
              </a:defRPr>
            </a:lvl3pPr>
            <a:lvl4pPr lvl="3" rtl="0" algn="ctr">
              <a:lnSpc>
                <a:spcPct val="125000"/>
              </a:lnSpc>
              <a:spcBef>
                <a:spcPts val="0"/>
              </a:spcBef>
              <a:spcAft>
                <a:spcPts val="0"/>
              </a:spcAft>
              <a:buNone/>
              <a:defRPr b="0" sz="1800">
                <a:solidFill>
                  <a:schemeClr val="accent4"/>
                </a:solidFill>
              </a:defRPr>
            </a:lvl4pPr>
            <a:lvl5pPr lvl="4" rtl="0" algn="ctr">
              <a:lnSpc>
                <a:spcPct val="125000"/>
              </a:lnSpc>
              <a:spcBef>
                <a:spcPts val="0"/>
              </a:spcBef>
              <a:spcAft>
                <a:spcPts val="0"/>
              </a:spcAft>
              <a:buNone/>
              <a:defRPr b="0" sz="1800">
                <a:solidFill>
                  <a:schemeClr val="accent4"/>
                </a:solidFill>
              </a:defRPr>
            </a:lvl5pPr>
            <a:lvl6pPr lvl="5" rtl="0" algn="ctr">
              <a:lnSpc>
                <a:spcPct val="125000"/>
              </a:lnSpc>
              <a:spcBef>
                <a:spcPts val="0"/>
              </a:spcBef>
              <a:spcAft>
                <a:spcPts val="0"/>
              </a:spcAft>
              <a:buNone/>
              <a:defRPr b="0" sz="1800">
                <a:solidFill>
                  <a:schemeClr val="accent4"/>
                </a:solidFill>
              </a:defRPr>
            </a:lvl6pPr>
            <a:lvl7pPr lvl="6" rtl="0" algn="ctr">
              <a:lnSpc>
                <a:spcPct val="125000"/>
              </a:lnSpc>
              <a:spcBef>
                <a:spcPts val="0"/>
              </a:spcBef>
              <a:spcAft>
                <a:spcPts val="0"/>
              </a:spcAft>
              <a:buNone/>
              <a:defRPr b="0" sz="1800">
                <a:solidFill>
                  <a:schemeClr val="accent4"/>
                </a:solidFill>
              </a:defRPr>
            </a:lvl7pPr>
            <a:lvl8pPr lvl="7" rtl="0" algn="ctr">
              <a:lnSpc>
                <a:spcPct val="125000"/>
              </a:lnSpc>
              <a:spcBef>
                <a:spcPts val="0"/>
              </a:spcBef>
              <a:spcAft>
                <a:spcPts val="0"/>
              </a:spcAft>
              <a:buNone/>
              <a:defRPr b="0" sz="1800">
                <a:solidFill>
                  <a:schemeClr val="accent4"/>
                </a:solidFill>
              </a:defRPr>
            </a:lvl8pPr>
            <a:lvl9pPr lvl="8" rtl="0" algn="ctr">
              <a:lnSpc>
                <a:spcPct val="125000"/>
              </a:lnSpc>
              <a:spcBef>
                <a:spcPts val="0"/>
              </a:spcBef>
              <a:spcAft>
                <a:spcPts val="0"/>
              </a:spcAft>
              <a:buNone/>
              <a:defRPr b="0" sz="1800">
                <a:solidFill>
                  <a:schemeClr val="accent4"/>
                </a:solidFill>
              </a:defRPr>
            </a:lvl9pPr>
          </a:lstStyle>
          <a:p/>
        </p:txBody>
      </p:sp>
      <p:sp>
        <p:nvSpPr>
          <p:cNvPr id="354" name="Google Shape;354;p63"/>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solidFill>
                  <a:schemeClr val="accent4"/>
                </a:solidFill>
              </a:defRPr>
            </a:lvl1pPr>
            <a:lvl2pPr lvl="1" rtl="0">
              <a:lnSpc>
                <a:spcPct val="100000"/>
              </a:lnSpc>
              <a:spcBef>
                <a:spcPts val="0"/>
              </a:spcBef>
              <a:spcAft>
                <a:spcPts val="0"/>
              </a:spcAft>
              <a:buNone/>
              <a:defRPr b="0" sz="1400">
                <a:solidFill>
                  <a:schemeClr val="accent4"/>
                </a:solidFill>
              </a:defRPr>
            </a:lvl2pPr>
            <a:lvl3pPr lvl="2" rtl="0">
              <a:lnSpc>
                <a:spcPct val="100000"/>
              </a:lnSpc>
              <a:spcBef>
                <a:spcPts val="0"/>
              </a:spcBef>
              <a:spcAft>
                <a:spcPts val="0"/>
              </a:spcAft>
              <a:buNone/>
              <a:defRPr b="0" sz="1400">
                <a:solidFill>
                  <a:schemeClr val="accent4"/>
                </a:solidFill>
              </a:defRPr>
            </a:lvl3pPr>
            <a:lvl4pPr lvl="3" rtl="0">
              <a:lnSpc>
                <a:spcPct val="100000"/>
              </a:lnSpc>
              <a:spcBef>
                <a:spcPts val="0"/>
              </a:spcBef>
              <a:spcAft>
                <a:spcPts val="0"/>
              </a:spcAft>
              <a:buNone/>
              <a:defRPr b="0" sz="1400">
                <a:solidFill>
                  <a:schemeClr val="accent4"/>
                </a:solidFill>
              </a:defRPr>
            </a:lvl4pPr>
            <a:lvl5pPr lvl="4" rtl="0">
              <a:lnSpc>
                <a:spcPct val="100000"/>
              </a:lnSpc>
              <a:spcBef>
                <a:spcPts val="0"/>
              </a:spcBef>
              <a:spcAft>
                <a:spcPts val="0"/>
              </a:spcAft>
              <a:buNone/>
              <a:defRPr b="0" sz="1400">
                <a:solidFill>
                  <a:schemeClr val="accent4"/>
                </a:solidFill>
              </a:defRPr>
            </a:lvl5pPr>
            <a:lvl6pPr lvl="5" rtl="0">
              <a:lnSpc>
                <a:spcPct val="100000"/>
              </a:lnSpc>
              <a:spcBef>
                <a:spcPts val="0"/>
              </a:spcBef>
              <a:spcAft>
                <a:spcPts val="0"/>
              </a:spcAft>
              <a:buNone/>
              <a:defRPr b="0" sz="1400">
                <a:solidFill>
                  <a:schemeClr val="accent4"/>
                </a:solidFill>
              </a:defRPr>
            </a:lvl6pPr>
            <a:lvl7pPr lvl="6" rtl="0">
              <a:lnSpc>
                <a:spcPct val="100000"/>
              </a:lnSpc>
              <a:spcBef>
                <a:spcPts val="0"/>
              </a:spcBef>
              <a:spcAft>
                <a:spcPts val="0"/>
              </a:spcAft>
              <a:buNone/>
              <a:defRPr b="0" sz="1400">
                <a:solidFill>
                  <a:schemeClr val="accent4"/>
                </a:solidFill>
              </a:defRPr>
            </a:lvl7pPr>
            <a:lvl8pPr lvl="7" rtl="0">
              <a:lnSpc>
                <a:spcPct val="100000"/>
              </a:lnSpc>
              <a:spcBef>
                <a:spcPts val="0"/>
              </a:spcBef>
              <a:spcAft>
                <a:spcPts val="0"/>
              </a:spcAft>
              <a:buNone/>
              <a:defRPr b="0" sz="1400">
                <a:solidFill>
                  <a:schemeClr val="accent4"/>
                </a:solidFill>
              </a:defRPr>
            </a:lvl8pPr>
            <a:lvl9pPr lvl="8" rtl="0">
              <a:lnSpc>
                <a:spcPct val="100000"/>
              </a:lnSpc>
              <a:spcBef>
                <a:spcPts val="0"/>
              </a:spcBef>
              <a:spcAft>
                <a:spcPts val="0"/>
              </a:spcAft>
              <a:buNone/>
              <a:defRPr b="0" sz="1400">
                <a:solidFill>
                  <a:schemeClr val="accent4"/>
                </a:solidFill>
              </a:defRPr>
            </a:lvl9pPr>
          </a:lstStyle>
          <a:p/>
        </p:txBody>
      </p:sp>
      <p:sp>
        <p:nvSpPr>
          <p:cNvPr id="355" name="Google Shape;355;p63"/>
          <p:cNvSpPr txBox="1"/>
          <p:nvPr>
            <p:ph idx="4" type="ctrTitle"/>
          </p:nvPr>
        </p:nvSpPr>
        <p:spPr>
          <a:xfrm>
            <a:off x="7031650" y="3950696"/>
            <a:ext cx="4224600" cy="1469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1pPr>
            <a:lvl2pPr lvl="1"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56" name="Google Shape;356;p63"/>
          <p:cNvSpPr txBox="1"/>
          <p:nvPr>
            <p:ph idx="5" type="subTitle"/>
          </p:nvPr>
        </p:nvSpPr>
        <p:spPr>
          <a:xfrm>
            <a:off x="7031750"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solidFill>
                  <a:schemeClr val="accent4"/>
                </a:solidFill>
              </a:defRPr>
            </a:lvl1pPr>
            <a:lvl2pPr lvl="1" rtl="0" algn="ctr">
              <a:lnSpc>
                <a:spcPct val="125000"/>
              </a:lnSpc>
              <a:spcBef>
                <a:spcPts val="0"/>
              </a:spcBef>
              <a:spcAft>
                <a:spcPts val="0"/>
              </a:spcAft>
              <a:buNone/>
              <a:defRPr b="0" sz="1800">
                <a:solidFill>
                  <a:schemeClr val="accent4"/>
                </a:solidFill>
              </a:defRPr>
            </a:lvl2pPr>
            <a:lvl3pPr lvl="2" rtl="0" algn="ctr">
              <a:lnSpc>
                <a:spcPct val="125000"/>
              </a:lnSpc>
              <a:spcBef>
                <a:spcPts val="0"/>
              </a:spcBef>
              <a:spcAft>
                <a:spcPts val="0"/>
              </a:spcAft>
              <a:buNone/>
              <a:defRPr b="0" sz="1800">
                <a:solidFill>
                  <a:schemeClr val="accent4"/>
                </a:solidFill>
              </a:defRPr>
            </a:lvl3pPr>
            <a:lvl4pPr lvl="3" rtl="0" algn="ctr">
              <a:lnSpc>
                <a:spcPct val="125000"/>
              </a:lnSpc>
              <a:spcBef>
                <a:spcPts val="0"/>
              </a:spcBef>
              <a:spcAft>
                <a:spcPts val="0"/>
              </a:spcAft>
              <a:buNone/>
              <a:defRPr b="0" sz="1800">
                <a:solidFill>
                  <a:schemeClr val="accent4"/>
                </a:solidFill>
              </a:defRPr>
            </a:lvl4pPr>
            <a:lvl5pPr lvl="4" rtl="0" algn="ctr">
              <a:lnSpc>
                <a:spcPct val="125000"/>
              </a:lnSpc>
              <a:spcBef>
                <a:spcPts val="0"/>
              </a:spcBef>
              <a:spcAft>
                <a:spcPts val="0"/>
              </a:spcAft>
              <a:buNone/>
              <a:defRPr b="0" sz="1800">
                <a:solidFill>
                  <a:schemeClr val="accent4"/>
                </a:solidFill>
              </a:defRPr>
            </a:lvl5pPr>
            <a:lvl6pPr lvl="5" rtl="0" algn="ctr">
              <a:lnSpc>
                <a:spcPct val="125000"/>
              </a:lnSpc>
              <a:spcBef>
                <a:spcPts val="0"/>
              </a:spcBef>
              <a:spcAft>
                <a:spcPts val="0"/>
              </a:spcAft>
              <a:buNone/>
              <a:defRPr b="0" sz="1800">
                <a:solidFill>
                  <a:schemeClr val="accent4"/>
                </a:solidFill>
              </a:defRPr>
            </a:lvl6pPr>
            <a:lvl7pPr lvl="6" rtl="0" algn="ctr">
              <a:lnSpc>
                <a:spcPct val="125000"/>
              </a:lnSpc>
              <a:spcBef>
                <a:spcPts val="0"/>
              </a:spcBef>
              <a:spcAft>
                <a:spcPts val="0"/>
              </a:spcAft>
              <a:buNone/>
              <a:defRPr b="0" sz="1800">
                <a:solidFill>
                  <a:schemeClr val="accent4"/>
                </a:solidFill>
              </a:defRPr>
            </a:lvl7pPr>
            <a:lvl8pPr lvl="7" rtl="0" algn="ctr">
              <a:lnSpc>
                <a:spcPct val="125000"/>
              </a:lnSpc>
              <a:spcBef>
                <a:spcPts val="0"/>
              </a:spcBef>
              <a:spcAft>
                <a:spcPts val="0"/>
              </a:spcAft>
              <a:buNone/>
              <a:defRPr b="0" sz="1800">
                <a:solidFill>
                  <a:schemeClr val="accent4"/>
                </a:solidFill>
              </a:defRPr>
            </a:lvl8pPr>
            <a:lvl9pPr lvl="8" rtl="0" algn="ctr">
              <a:lnSpc>
                <a:spcPct val="125000"/>
              </a:lnSpc>
              <a:spcBef>
                <a:spcPts val="0"/>
              </a:spcBef>
              <a:spcAft>
                <a:spcPts val="0"/>
              </a:spcAft>
              <a:buNone/>
              <a:defRPr b="0" sz="1800">
                <a:solidFill>
                  <a:schemeClr val="accent4"/>
                </a:solidFill>
              </a:defRPr>
            </a:lvl9pPr>
          </a:lstStyle>
          <a:p/>
        </p:txBody>
      </p:sp>
      <p:sp>
        <p:nvSpPr>
          <p:cNvPr id="357" name="Google Shape;357;p63"/>
          <p:cNvSpPr txBox="1"/>
          <p:nvPr>
            <p:ph idx="6" type="ctrTitle"/>
          </p:nvPr>
        </p:nvSpPr>
        <p:spPr>
          <a:xfrm>
            <a:off x="12536424" y="3950696"/>
            <a:ext cx="4224600" cy="1469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1pPr>
            <a:lvl2pPr lvl="1"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lgn="ctr">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58" name="Google Shape;358;p63"/>
          <p:cNvSpPr txBox="1"/>
          <p:nvPr>
            <p:ph idx="7" type="subTitle"/>
          </p:nvPr>
        </p:nvSpPr>
        <p:spPr>
          <a:xfrm>
            <a:off x="12536524"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solidFill>
                  <a:schemeClr val="accent4"/>
                </a:solidFill>
              </a:defRPr>
            </a:lvl1pPr>
            <a:lvl2pPr lvl="1" rtl="0" algn="ctr">
              <a:lnSpc>
                <a:spcPct val="125000"/>
              </a:lnSpc>
              <a:spcBef>
                <a:spcPts val="0"/>
              </a:spcBef>
              <a:spcAft>
                <a:spcPts val="0"/>
              </a:spcAft>
              <a:buNone/>
              <a:defRPr b="0" sz="1800">
                <a:solidFill>
                  <a:schemeClr val="accent4"/>
                </a:solidFill>
              </a:defRPr>
            </a:lvl2pPr>
            <a:lvl3pPr lvl="2" rtl="0" algn="ctr">
              <a:lnSpc>
                <a:spcPct val="125000"/>
              </a:lnSpc>
              <a:spcBef>
                <a:spcPts val="0"/>
              </a:spcBef>
              <a:spcAft>
                <a:spcPts val="0"/>
              </a:spcAft>
              <a:buNone/>
              <a:defRPr b="0" sz="1800">
                <a:solidFill>
                  <a:schemeClr val="accent4"/>
                </a:solidFill>
              </a:defRPr>
            </a:lvl3pPr>
            <a:lvl4pPr lvl="3" rtl="0" algn="ctr">
              <a:lnSpc>
                <a:spcPct val="125000"/>
              </a:lnSpc>
              <a:spcBef>
                <a:spcPts val="0"/>
              </a:spcBef>
              <a:spcAft>
                <a:spcPts val="0"/>
              </a:spcAft>
              <a:buNone/>
              <a:defRPr b="0" sz="1800">
                <a:solidFill>
                  <a:schemeClr val="accent4"/>
                </a:solidFill>
              </a:defRPr>
            </a:lvl4pPr>
            <a:lvl5pPr lvl="4" rtl="0" algn="ctr">
              <a:lnSpc>
                <a:spcPct val="125000"/>
              </a:lnSpc>
              <a:spcBef>
                <a:spcPts val="0"/>
              </a:spcBef>
              <a:spcAft>
                <a:spcPts val="0"/>
              </a:spcAft>
              <a:buNone/>
              <a:defRPr b="0" sz="1800">
                <a:solidFill>
                  <a:schemeClr val="accent4"/>
                </a:solidFill>
              </a:defRPr>
            </a:lvl5pPr>
            <a:lvl6pPr lvl="5" rtl="0" algn="ctr">
              <a:lnSpc>
                <a:spcPct val="125000"/>
              </a:lnSpc>
              <a:spcBef>
                <a:spcPts val="0"/>
              </a:spcBef>
              <a:spcAft>
                <a:spcPts val="0"/>
              </a:spcAft>
              <a:buNone/>
              <a:defRPr b="0" sz="1800">
                <a:solidFill>
                  <a:schemeClr val="accent4"/>
                </a:solidFill>
              </a:defRPr>
            </a:lvl6pPr>
            <a:lvl7pPr lvl="6" rtl="0" algn="ctr">
              <a:lnSpc>
                <a:spcPct val="125000"/>
              </a:lnSpc>
              <a:spcBef>
                <a:spcPts val="0"/>
              </a:spcBef>
              <a:spcAft>
                <a:spcPts val="0"/>
              </a:spcAft>
              <a:buNone/>
              <a:defRPr b="0" sz="1800">
                <a:solidFill>
                  <a:schemeClr val="accent4"/>
                </a:solidFill>
              </a:defRPr>
            </a:lvl7pPr>
            <a:lvl8pPr lvl="7" rtl="0" algn="ctr">
              <a:lnSpc>
                <a:spcPct val="125000"/>
              </a:lnSpc>
              <a:spcBef>
                <a:spcPts val="0"/>
              </a:spcBef>
              <a:spcAft>
                <a:spcPts val="0"/>
              </a:spcAft>
              <a:buNone/>
              <a:defRPr b="0" sz="1800">
                <a:solidFill>
                  <a:schemeClr val="accent4"/>
                </a:solidFill>
              </a:defRPr>
            </a:lvl8pPr>
            <a:lvl9pPr lvl="8" rtl="0" algn="ctr">
              <a:lnSpc>
                <a:spcPct val="125000"/>
              </a:lnSpc>
              <a:spcBef>
                <a:spcPts val="0"/>
              </a:spcBef>
              <a:spcAft>
                <a:spcPts val="0"/>
              </a:spcAft>
              <a:buNone/>
              <a:defRPr b="0" sz="1800">
                <a:solidFill>
                  <a:schemeClr val="accent4"/>
                </a:solidFil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8_Stat (Half)">
  <p:cSld name="TITLE_1_2_2_4">
    <p:bg>
      <p:bgPr>
        <a:solidFill>
          <a:schemeClr val="dk1"/>
        </a:solidFill>
      </p:bgPr>
    </p:bg>
    <p:spTree>
      <p:nvGrpSpPr>
        <p:cNvPr id="359" name="Shape 359"/>
        <p:cNvGrpSpPr/>
        <p:nvPr/>
      </p:nvGrpSpPr>
      <p:grpSpPr>
        <a:xfrm>
          <a:off x="0" y="0"/>
          <a:ext cx="0" cy="0"/>
          <a:chOff x="0" y="0"/>
          <a:chExt cx="0" cy="0"/>
        </a:xfrm>
      </p:grpSpPr>
      <p:sp>
        <p:nvSpPr>
          <p:cNvPr id="360" name="Google Shape;360;p64"/>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61" name="Google Shape;361;p64"/>
          <p:cNvSpPr txBox="1"/>
          <p:nvPr>
            <p:ph type="ctrTitle"/>
          </p:nvPr>
        </p:nvSpPr>
        <p:spPr>
          <a:xfrm>
            <a:off x="1527048" y="3383280"/>
            <a:ext cx="7745100" cy="22038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1pPr>
            <a:lvl2pPr lvl="1"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2pPr>
            <a:lvl3pPr lvl="2"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3pPr>
            <a:lvl4pPr lvl="3"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4pPr>
            <a:lvl5pPr lvl="4"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5pPr>
            <a:lvl6pPr lvl="5"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6pPr>
            <a:lvl7pPr lvl="6"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7pPr>
            <a:lvl8pPr lvl="7"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8pPr>
            <a:lvl9pPr lvl="8"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9pPr>
          </a:lstStyle>
          <a:p/>
        </p:txBody>
      </p:sp>
      <p:sp>
        <p:nvSpPr>
          <p:cNvPr id="362" name="Google Shape;362;p64"/>
          <p:cNvSpPr txBox="1"/>
          <p:nvPr>
            <p:ph idx="2" type="subTitle"/>
          </p:nvPr>
        </p:nvSpPr>
        <p:spPr>
          <a:xfrm>
            <a:off x="1527103" y="5458968"/>
            <a:ext cx="77451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
        <p:nvSpPr>
          <p:cNvPr id="363" name="Google Shape;363;p64"/>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solidFill>
                  <a:schemeClr val="accent4"/>
                </a:solidFill>
              </a:defRPr>
            </a:lvl1pPr>
            <a:lvl2pPr lvl="1" rtl="0">
              <a:lnSpc>
                <a:spcPct val="100000"/>
              </a:lnSpc>
              <a:spcBef>
                <a:spcPts val="0"/>
              </a:spcBef>
              <a:spcAft>
                <a:spcPts val="0"/>
              </a:spcAft>
              <a:buNone/>
              <a:defRPr b="0" sz="1400">
                <a:solidFill>
                  <a:schemeClr val="accent4"/>
                </a:solidFill>
              </a:defRPr>
            </a:lvl2pPr>
            <a:lvl3pPr lvl="2" rtl="0">
              <a:lnSpc>
                <a:spcPct val="100000"/>
              </a:lnSpc>
              <a:spcBef>
                <a:spcPts val="0"/>
              </a:spcBef>
              <a:spcAft>
                <a:spcPts val="0"/>
              </a:spcAft>
              <a:buNone/>
              <a:defRPr b="0" sz="1400">
                <a:solidFill>
                  <a:schemeClr val="accent4"/>
                </a:solidFill>
              </a:defRPr>
            </a:lvl3pPr>
            <a:lvl4pPr lvl="3" rtl="0">
              <a:lnSpc>
                <a:spcPct val="100000"/>
              </a:lnSpc>
              <a:spcBef>
                <a:spcPts val="0"/>
              </a:spcBef>
              <a:spcAft>
                <a:spcPts val="0"/>
              </a:spcAft>
              <a:buNone/>
              <a:defRPr b="0" sz="1400">
                <a:solidFill>
                  <a:schemeClr val="accent4"/>
                </a:solidFill>
              </a:defRPr>
            </a:lvl4pPr>
            <a:lvl5pPr lvl="4" rtl="0">
              <a:lnSpc>
                <a:spcPct val="100000"/>
              </a:lnSpc>
              <a:spcBef>
                <a:spcPts val="0"/>
              </a:spcBef>
              <a:spcAft>
                <a:spcPts val="0"/>
              </a:spcAft>
              <a:buNone/>
              <a:defRPr b="0" sz="1400">
                <a:solidFill>
                  <a:schemeClr val="accent4"/>
                </a:solidFill>
              </a:defRPr>
            </a:lvl5pPr>
            <a:lvl6pPr lvl="5" rtl="0">
              <a:lnSpc>
                <a:spcPct val="100000"/>
              </a:lnSpc>
              <a:spcBef>
                <a:spcPts val="0"/>
              </a:spcBef>
              <a:spcAft>
                <a:spcPts val="0"/>
              </a:spcAft>
              <a:buNone/>
              <a:defRPr b="0" sz="1400">
                <a:solidFill>
                  <a:schemeClr val="accent4"/>
                </a:solidFill>
              </a:defRPr>
            </a:lvl6pPr>
            <a:lvl7pPr lvl="6" rtl="0">
              <a:lnSpc>
                <a:spcPct val="100000"/>
              </a:lnSpc>
              <a:spcBef>
                <a:spcPts val="0"/>
              </a:spcBef>
              <a:spcAft>
                <a:spcPts val="0"/>
              </a:spcAft>
              <a:buNone/>
              <a:defRPr b="0" sz="1400">
                <a:solidFill>
                  <a:schemeClr val="accent4"/>
                </a:solidFill>
              </a:defRPr>
            </a:lvl7pPr>
            <a:lvl8pPr lvl="7" rtl="0">
              <a:lnSpc>
                <a:spcPct val="100000"/>
              </a:lnSpc>
              <a:spcBef>
                <a:spcPts val="0"/>
              </a:spcBef>
              <a:spcAft>
                <a:spcPts val="0"/>
              </a:spcAft>
              <a:buNone/>
              <a:defRPr b="0" sz="1400">
                <a:solidFill>
                  <a:schemeClr val="accent4"/>
                </a:solidFill>
              </a:defRPr>
            </a:lvl8pPr>
            <a:lvl9pPr lvl="8" rtl="0">
              <a:lnSpc>
                <a:spcPct val="100000"/>
              </a:lnSpc>
              <a:spcBef>
                <a:spcPts val="0"/>
              </a:spcBef>
              <a:spcAft>
                <a:spcPts val="0"/>
              </a:spcAft>
              <a:buNone/>
              <a:defRPr b="0" sz="1400">
                <a:solidFill>
                  <a:schemeClr val="accent4"/>
                </a:solidFil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1_Stats (Half)">
  <p:cSld name="TITLE_1_2_6">
    <p:bg>
      <p:bgPr>
        <a:solidFill>
          <a:schemeClr val="dk1"/>
        </a:solidFill>
      </p:bgPr>
    </p:bg>
    <p:spTree>
      <p:nvGrpSpPr>
        <p:cNvPr id="364" name="Shape 364"/>
        <p:cNvGrpSpPr/>
        <p:nvPr/>
      </p:nvGrpSpPr>
      <p:grpSpPr>
        <a:xfrm>
          <a:off x="0" y="0"/>
          <a:ext cx="0" cy="0"/>
          <a:chOff x="0" y="0"/>
          <a:chExt cx="0" cy="0"/>
        </a:xfrm>
      </p:grpSpPr>
      <p:sp>
        <p:nvSpPr>
          <p:cNvPr id="365" name="Google Shape;365;p65"/>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66" name="Google Shape;366;p65"/>
          <p:cNvSpPr txBox="1"/>
          <p:nvPr>
            <p:ph type="ctrTitle"/>
          </p:nvPr>
        </p:nvSpPr>
        <p:spPr>
          <a:xfrm>
            <a:off x="1527048" y="2468875"/>
            <a:ext cx="7745100" cy="14760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1pPr>
            <a:lvl2pPr lvl="1"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67" name="Google Shape;367;p65"/>
          <p:cNvSpPr txBox="1"/>
          <p:nvPr>
            <p:ph idx="2" type="subTitle"/>
          </p:nvPr>
        </p:nvSpPr>
        <p:spPr>
          <a:xfrm>
            <a:off x="1527103" y="3970971"/>
            <a:ext cx="77451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
        <p:nvSpPr>
          <p:cNvPr id="368" name="Google Shape;368;p65"/>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solidFill>
                  <a:schemeClr val="accent4"/>
                </a:solidFill>
              </a:defRPr>
            </a:lvl1pPr>
            <a:lvl2pPr lvl="1" rtl="0">
              <a:lnSpc>
                <a:spcPct val="100000"/>
              </a:lnSpc>
              <a:spcBef>
                <a:spcPts val="0"/>
              </a:spcBef>
              <a:spcAft>
                <a:spcPts val="0"/>
              </a:spcAft>
              <a:buNone/>
              <a:defRPr b="0" sz="1400">
                <a:solidFill>
                  <a:schemeClr val="accent4"/>
                </a:solidFill>
              </a:defRPr>
            </a:lvl2pPr>
            <a:lvl3pPr lvl="2" rtl="0">
              <a:lnSpc>
                <a:spcPct val="100000"/>
              </a:lnSpc>
              <a:spcBef>
                <a:spcPts val="0"/>
              </a:spcBef>
              <a:spcAft>
                <a:spcPts val="0"/>
              </a:spcAft>
              <a:buNone/>
              <a:defRPr b="0" sz="1400">
                <a:solidFill>
                  <a:schemeClr val="accent4"/>
                </a:solidFill>
              </a:defRPr>
            </a:lvl3pPr>
            <a:lvl4pPr lvl="3" rtl="0">
              <a:lnSpc>
                <a:spcPct val="100000"/>
              </a:lnSpc>
              <a:spcBef>
                <a:spcPts val="0"/>
              </a:spcBef>
              <a:spcAft>
                <a:spcPts val="0"/>
              </a:spcAft>
              <a:buNone/>
              <a:defRPr b="0" sz="1400">
                <a:solidFill>
                  <a:schemeClr val="accent4"/>
                </a:solidFill>
              </a:defRPr>
            </a:lvl4pPr>
            <a:lvl5pPr lvl="4" rtl="0">
              <a:lnSpc>
                <a:spcPct val="100000"/>
              </a:lnSpc>
              <a:spcBef>
                <a:spcPts val="0"/>
              </a:spcBef>
              <a:spcAft>
                <a:spcPts val="0"/>
              </a:spcAft>
              <a:buNone/>
              <a:defRPr b="0" sz="1400">
                <a:solidFill>
                  <a:schemeClr val="accent4"/>
                </a:solidFill>
              </a:defRPr>
            </a:lvl5pPr>
            <a:lvl6pPr lvl="5" rtl="0">
              <a:lnSpc>
                <a:spcPct val="100000"/>
              </a:lnSpc>
              <a:spcBef>
                <a:spcPts val="0"/>
              </a:spcBef>
              <a:spcAft>
                <a:spcPts val="0"/>
              </a:spcAft>
              <a:buNone/>
              <a:defRPr b="0" sz="1400">
                <a:solidFill>
                  <a:schemeClr val="accent4"/>
                </a:solidFill>
              </a:defRPr>
            </a:lvl6pPr>
            <a:lvl7pPr lvl="6" rtl="0">
              <a:lnSpc>
                <a:spcPct val="100000"/>
              </a:lnSpc>
              <a:spcBef>
                <a:spcPts val="0"/>
              </a:spcBef>
              <a:spcAft>
                <a:spcPts val="0"/>
              </a:spcAft>
              <a:buNone/>
              <a:defRPr b="0" sz="1400">
                <a:solidFill>
                  <a:schemeClr val="accent4"/>
                </a:solidFill>
              </a:defRPr>
            </a:lvl7pPr>
            <a:lvl8pPr lvl="7" rtl="0">
              <a:lnSpc>
                <a:spcPct val="100000"/>
              </a:lnSpc>
              <a:spcBef>
                <a:spcPts val="0"/>
              </a:spcBef>
              <a:spcAft>
                <a:spcPts val="0"/>
              </a:spcAft>
              <a:buNone/>
              <a:defRPr b="0" sz="1400">
                <a:solidFill>
                  <a:schemeClr val="accent4"/>
                </a:solidFill>
              </a:defRPr>
            </a:lvl8pPr>
            <a:lvl9pPr lvl="8" rtl="0">
              <a:lnSpc>
                <a:spcPct val="100000"/>
              </a:lnSpc>
              <a:spcBef>
                <a:spcPts val="0"/>
              </a:spcBef>
              <a:spcAft>
                <a:spcPts val="0"/>
              </a:spcAft>
              <a:buNone/>
              <a:defRPr b="0" sz="1400">
                <a:solidFill>
                  <a:schemeClr val="accent4"/>
                </a:solidFill>
              </a:defRPr>
            </a:lvl9pPr>
          </a:lstStyle>
          <a:p/>
        </p:txBody>
      </p:sp>
      <p:sp>
        <p:nvSpPr>
          <p:cNvPr id="369" name="Google Shape;369;p65"/>
          <p:cNvSpPr txBox="1"/>
          <p:nvPr>
            <p:ph idx="4" type="ctrTitle"/>
          </p:nvPr>
        </p:nvSpPr>
        <p:spPr>
          <a:xfrm>
            <a:off x="1527048" y="5361701"/>
            <a:ext cx="7745100" cy="14760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1pPr>
            <a:lvl2pPr lvl="1"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70" name="Google Shape;370;p65"/>
          <p:cNvSpPr txBox="1"/>
          <p:nvPr>
            <p:ph idx="5" type="subTitle"/>
          </p:nvPr>
        </p:nvSpPr>
        <p:spPr>
          <a:xfrm>
            <a:off x="1527103" y="6864100"/>
            <a:ext cx="77451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4_Stat (Third)">
  <p:cSld name="TITLE_1_2_2_1_2">
    <p:bg>
      <p:bgPr>
        <a:solidFill>
          <a:schemeClr val="dk1"/>
        </a:solidFill>
      </p:bgPr>
    </p:bg>
    <p:spTree>
      <p:nvGrpSpPr>
        <p:cNvPr id="371" name="Shape 371"/>
        <p:cNvGrpSpPr/>
        <p:nvPr/>
      </p:nvGrpSpPr>
      <p:grpSpPr>
        <a:xfrm>
          <a:off x="0" y="0"/>
          <a:ext cx="0" cy="0"/>
          <a:chOff x="0" y="0"/>
          <a:chExt cx="0" cy="0"/>
        </a:xfrm>
      </p:grpSpPr>
      <p:sp>
        <p:nvSpPr>
          <p:cNvPr id="372" name="Google Shape;372;p66"/>
          <p:cNvSpPr txBox="1"/>
          <p:nvPr>
            <p:ph idx="1"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73" name="Google Shape;373;p66"/>
          <p:cNvSpPr txBox="1"/>
          <p:nvPr>
            <p:ph type="ctrTitle"/>
          </p:nvPr>
        </p:nvSpPr>
        <p:spPr>
          <a:xfrm>
            <a:off x="777240" y="3383280"/>
            <a:ext cx="4928700" cy="22038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4600"/>
              <a:buFont typeface="Optimistic"/>
              <a:buNone/>
              <a:defRPr b="1" sz="14600">
                <a:solidFill>
                  <a:schemeClr val="accent4"/>
                </a:solidFill>
                <a:latin typeface="Optimistic"/>
                <a:ea typeface="Optimistic"/>
                <a:cs typeface="Optimistic"/>
                <a:sym typeface="Optimistic"/>
              </a:defRPr>
            </a:lvl1pPr>
            <a:lvl2pPr lvl="1"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74" name="Google Shape;374;p66"/>
          <p:cNvSpPr txBox="1"/>
          <p:nvPr>
            <p:ph idx="2" type="subTitle"/>
          </p:nvPr>
        </p:nvSpPr>
        <p:spPr>
          <a:xfrm>
            <a:off x="777275" y="5458968"/>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
        <p:nvSpPr>
          <p:cNvPr id="375" name="Google Shape;375;p66"/>
          <p:cNvSpPr txBox="1"/>
          <p:nvPr>
            <p:ph idx="3" type="subTitle"/>
          </p:nvPr>
        </p:nvSpPr>
        <p:spPr>
          <a:xfrm>
            <a:off x="429776" y="9442550"/>
            <a:ext cx="55566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solidFill>
                  <a:schemeClr val="accent4"/>
                </a:solidFill>
              </a:defRPr>
            </a:lvl1pPr>
            <a:lvl2pPr lvl="1" rtl="0">
              <a:lnSpc>
                <a:spcPct val="100000"/>
              </a:lnSpc>
              <a:spcBef>
                <a:spcPts val="0"/>
              </a:spcBef>
              <a:spcAft>
                <a:spcPts val="0"/>
              </a:spcAft>
              <a:buNone/>
              <a:defRPr b="0" sz="1400">
                <a:solidFill>
                  <a:schemeClr val="accent4"/>
                </a:solidFill>
              </a:defRPr>
            </a:lvl2pPr>
            <a:lvl3pPr lvl="2" rtl="0">
              <a:lnSpc>
                <a:spcPct val="100000"/>
              </a:lnSpc>
              <a:spcBef>
                <a:spcPts val="0"/>
              </a:spcBef>
              <a:spcAft>
                <a:spcPts val="0"/>
              </a:spcAft>
              <a:buNone/>
              <a:defRPr b="0" sz="1400">
                <a:solidFill>
                  <a:schemeClr val="accent4"/>
                </a:solidFill>
              </a:defRPr>
            </a:lvl3pPr>
            <a:lvl4pPr lvl="3" rtl="0">
              <a:lnSpc>
                <a:spcPct val="100000"/>
              </a:lnSpc>
              <a:spcBef>
                <a:spcPts val="0"/>
              </a:spcBef>
              <a:spcAft>
                <a:spcPts val="0"/>
              </a:spcAft>
              <a:buNone/>
              <a:defRPr b="0" sz="1400">
                <a:solidFill>
                  <a:schemeClr val="accent4"/>
                </a:solidFill>
              </a:defRPr>
            </a:lvl4pPr>
            <a:lvl5pPr lvl="4" rtl="0">
              <a:lnSpc>
                <a:spcPct val="100000"/>
              </a:lnSpc>
              <a:spcBef>
                <a:spcPts val="0"/>
              </a:spcBef>
              <a:spcAft>
                <a:spcPts val="0"/>
              </a:spcAft>
              <a:buNone/>
              <a:defRPr b="0" sz="1400">
                <a:solidFill>
                  <a:schemeClr val="accent4"/>
                </a:solidFill>
              </a:defRPr>
            </a:lvl5pPr>
            <a:lvl6pPr lvl="5" rtl="0">
              <a:lnSpc>
                <a:spcPct val="100000"/>
              </a:lnSpc>
              <a:spcBef>
                <a:spcPts val="0"/>
              </a:spcBef>
              <a:spcAft>
                <a:spcPts val="0"/>
              </a:spcAft>
              <a:buNone/>
              <a:defRPr b="0" sz="1400">
                <a:solidFill>
                  <a:schemeClr val="accent4"/>
                </a:solidFill>
              </a:defRPr>
            </a:lvl6pPr>
            <a:lvl7pPr lvl="6" rtl="0">
              <a:lnSpc>
                <a:spcPct val="100000"/>
              </a:lnSpc>
              <a:spcBef>
                <a:spcPts val="0"/>
              </a:spcBef>
              <a:spcAft>
                <a:spcPts val="0"/>
              </a:spcAft>
              <a:buNone/>
              <a:defRPr b="0" sz="1400">
                <a:solidFill>
                  <a:schemeClr val="accent4"/>
                </a:solidFill>
              </a:defRPr>
            </a:lvl7pPr>
            <a:lvl8pPr lvl="7" rtl="0">
              <a:lnSpc>
                <a:spcPct val="100000"/>
              </a:lnSpc>
              <a:spcBef>
                <a:spcPts val="0"/>
              </a:spcBef>
              <a:spcAft>
                <a:spcPts val="0"/>
              </a:spcAft>
              <a:buNone/>
              <a:defRPr b="0" sz="1400">
                <a:solidFill>
                  <a:schemeClr val="accent4"/>
                </a:solidFill>
              </a:defRPr>
            </a:lvl8pPr>
            <a:lvl9pPr lvl="8" rtl="0">
              <a:lnSpc>
                <a:spcPct val="100000"/>
              </a:lnSpc>
              <a:spcBef>
                <a:spcPts val="0"/>
              </a:spcBef>
              <a:spcAft>
                <a:spcPts val="0"/>
              </a:spcAft>
              <a:buNone/>
              <a:defRPr b="0" sz="1400">
                <a:solidFill>
                  <a:schemeClr val="accent4"/>
                </a:solidFil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7_Stats (Third)">
  <p:cSld name="TITLE_1_2_3_2">
    <p:bg>
      <p:bgPr>
        <a:solidFill>
          <a:schemeClr val="dk1"/>
        </a:solidFill>
      </p:bgPr>
    </p:bg>
    <p:spTree>
      <p:nvGrpSpPr>
        <p:cNvPr id="376" name="Shape 376"/>
        <p:cNvGrpSpPr/>
        <p:nvPr/>
      </p:nvGrpSpPr>
      <p:grpSpPr>
        <a:xfrm>
          <a:off x="0" y="0"/>
          <a:ext cx="0" cy="0"/>
          <a:chOff x="0" y="0"/>
          <a:chExt cx="0" cy="0"/>
        </a:xfrm>
      </p:grpSpPr>
      <p:sp>
        <p:nvSpPr>
          <p:cNvPr id="377" name="Google Shape;377;p67"/>
          <p:cNvSpPr txBox="1"/>
          <p:nvPr>
            <p:ph idx="1"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solidFill>
                  <a:schemeClr val="accent4"/>
                </a:solidFill>
              </a:defRPr>
            </a:lvl1pPr>
            <a:lvl2pPr lvl="1" rtl="0">
              <a:lnSpc>
                <a:spcPct val="120000"/>
              </a:lnSpc>
              <a:spcBef>
                <a:spcPts val="0"/>
              </a:spcBef>
              <a:spcAft>
                <a:spcPts val="0"/>
              </a:spcAft>
              <a:buNone/>
              <a:defRPr sz="1800">
                <a:solidFill>
                  <a:schemeClr val="accent4"/>
                </a:solidFill>
              </a:defRPr>
            </a:lvl2pPr>
            <a:lvl3pPr lvl="2" rtl="0">
              <a:lnSpc>
                <a:spcPct val="120000"/>
              </a:lnSpc>
              <a:spcBef>
                <a:spcPts val="0"/>
              </a:spcBef>
              <a:spcAft>
                <a:spcPts val="0"/>
              </a:spcAft>
              <a:buNone/>
              <a:defRPr sz="1800">
                <a:solidFill>
                  <a:schemeClr val="accent4"/>
                </a:solidFill>
              </a:defRPr>
            </a:lvl3pPr>
            <a:lvl4pPr lvl="3" rtl="0">
              <a:lnSpc>
                <a:spcPct val="120000"/>
              </a:lnSpc>
              <a:spcBef>
                <a:spcPts val="0"/>
              </a:spcBef>
              <a:spcAft>
                <a:spcPts val="0"/>
              </a:spcAft>
              <a:buNone/>
              <a:defRPr sz="1800">
                <a:solidFill>
                  <a:schemeClr val="accent4"/>
                </a:solidFill>
              </a:defRPr>
            </a:lvl4pPr>
            <a:lvl5pPr lvl="4" rtl="0">
              <a:lnSpc>
                <a:spcPct val="120000"/>
              </a:lnSpc>
              <a:spcBef>
                <a:spcPts val="0"/>
              </a:spcBef>
              <a:spcAft>
                <a:spcPts val="0"/>
              </a:spcAft>
              <a:buNone/>
              <a:defRPr sz="1800">
                <a:solidFill>
                  <a:schemeClr val="accent4"/>
                </a:solidFill>
              </a:defRPr>
            </a:lvl5pPr>
            <a:lvl6pPr lvl="5" rtl="0">
              <a:lnSpc>
                <a:spcPct val="120000"/>
              </a:lnSpc>
              <a:spcBef>
                <a:spcPts val="0"/>
              </a:spcBef>
              <a:spcAft>
                <a:spcPts val="0"/>
              </a:spcAft>
              <a:buNone/>
              <a:defRPr sz="1800">
                <a:solidFill>
                  <a:schemeClr val="accent4"/>
                </a:solidFill>
              </a:defRPr>
            </a:lvl6pPr>
            <a:lvl7pPr lvl="6" rtl="0">
              <a:lnSpc>
                <a:spcPct val="120000"/>
              </a:lnSpc>
              <a:spcBef>
                <a:spcPts val="0"/>
              </a:spcBef>
              <a:spcAft>
                <a:spcPts val="0"/>
              </a:spcAft>
              <a:buNone/>
              <a:defRPr sz="1800">
                <a:solidFill>
                  <a:schemeClr val="accent4"/>
                </a:solidFill>
              </a:defRPr>
            </a:lvl7pPr>
            <a:lvl8pPr lvl="7" rtl="0">
              <a:lnSpc>
                <a:spcPct val="120000"/>
              </a:lnSpc>
              <a:spcBef>
                <a:spcPts val="0"/>
              </a:spcBef>
              <a:spcAft>
                <a:spcPts val="0"/>
              </a:spcAft>
              <a:buNone/>
              <a:defRPr sz="1800">
                <a:solidFill>
                  <a:schemeClr val="accent4"/>
                </a:solidFill>
              </a:defRPr>
            </a:lvl8pPr>
            <a:lvl9pPr lvl="8" rtl="0">
              <a:lnSpc>
                <a:spcPct val="120000"/>
              </a:lnSpc>
              <a:spcBef>
                <a:spcPts val="0"/>
              </a:spcBef>
              <a:spcAft>
                <a:spcPts val="0"/>
              </a:spcAft>
              <a:buNone/>
              <a:defRPr sz="1800">
                <a:solidFill>
                  <a:schemeClr val="accent4"/>
                </a:solidFill>
              </a:defRPr>
            </a:lvl9pPr>
          </a:lstStyle>
          <a:p/>
        </p:txBody>
      </p:sp>
      <p:sp>
        <p:nvSpPr>
          <p:cNvPr id="378" name="Google Shape;378;p67"/>
          <p:cNvSpPr txBox="1"/>
          <p:nvPr>
            <p:ph type="ctrTitle"/>
          </p:nvPr>
        </p:nvSpPr>
        <p:spPr>
          <a:xfrm>
            <a:off x="777240" y="2468875"/>
            <a:ext cx="4928700" cy="14760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1pPr>
            <a:lvl2pPr lvl="1"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79" name="Google Shape;379;p67"/>
          <p:cNvSpPr txBox="1"/>
          <p:nvPr>
            <p:ph idx="2" type="subTitle"/>
          </p:nvPr>
        </p:nvSpPr>
        <p:spPr>
          <a:xfrm>
            <a:off x="777275" y="3970971"/>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
        <p:nvSpPr>
          <p:cNvPr id="380" name="Google Shape;380;p67"/>
          <p:cNvSpPr txBox="1"/>
          <p:nvPr>
            <p:ph idx="3" type="subTitle"/>
          </p:nvPr>
        </p:nvSpPr>
        <p:spPr>
          <a:xfrm>
            <a:off x="429776" y="9442550"/>
            <a:ext cx="55566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solidFill>
                  <a:schemeClr val="accent4"/>
                </a:solidFill>
              </a:defRPr>
            </a:lvl1pPr>
            <a:lvl2pPr lvl="1" rtl="0">
              <a:lnSpc>
                <a:spcPct val="100000"/>
              </a:lnSpc>
              <a:spcBef>
                <a:spcPts val="0"/>
              </a:spcBef>
              <a:spcAft>
                <a:spcPts val="0"/>
              </a:spcAft>
              <a:buNone/>
              <a:defRPr b="0" sz="1400">
                <a:solidFill>
                  <a:schemeClr val="accent4"/>
                </a:solidFill>
              </a:defRPr>
            </a:lvl2pPr>
            <a:lvl3pPr lvl="2" rtl="0">
              <a:lnSpc>
                <a:spcPct val="100000"/>
              </a:lnSpc>
              <a:spcBef>
                <a:spcPts val="0"/>
              </a:spcBef>
              <a:spcAft>
                <a:spcPts val="0"/>
              </a:spcAft>
              <a:buNone/>
              <a:defRPr b="0" sz="1400">
                <a:solidFill>
                  <a:schemeClr val="accent4"/>
                </a:solidFill>
              </a:defRPr>
            </a:lvl3pPr>
            <a:lvl4pPr lvl="3" rtl="0">
              <a:lnSpc>
                <a:spcPct val="100000"/>
              </a:lnSpc>
              <a:spcBef>
                <a:spcPts val="0"/>
              </a:spcBef>
              <a:spcAft>
                <a:spcPts val="0"/>
              </a:spcAft>
              <a:buNone/>
              <a:defRPr b="0" sz="1400">
                <a:solidFill>
                  <a:schemeClr val="accent4"/>
                </a:solidFill>
              </a:defRPr>
            </a:lvl4pPr>
            <a:lvl5pPr lvl="4" rtl="0">
              <a:lnSpc>
                <a:spcPct val="100000"/>
              </a:lnSpc>
              <a:spcBef>
                <a:spcPts val="0"/>
              </a:spcBef>
              <a:spcAft>
                <a:spcPts val="0"/>
              </a:spcAft>
              <a:buNone/>
              <a:defRPr b="0" sz="1400">
                <a:solidFill>
                  <a:schemeClr val="accent4"/>
                </a:solidFill>
              </a:defRPr>
            </a:lvl5pPr>
            <a:lvl6pPr lvl="5" rtl="0">
              <a:lnSpc>
                <a:spcPct val="100000"/>
              </a:lnSpc>
              <a:spcBef>
                <a:spcPts val="0"/>
              </a:spcBef>
              <a:spcAft>
                <a:spcPts val="0"/>
              </a:spcAft>
              <a:buNone/>
              <a:defRPr b="0" sz="1400">
                <a:solidFill>
                  <a:schemeClr val="accent4"/>
                </a:solidFill>
              </a:defRPr>
            </a:lvl6pPr>
            <a:lvl7pPr lvl="6" rtl="0">
              <a:lnSpc>
                <a:spcPct val="100000"/>
              </a:lnSpc>
              <a:spcBef>
                <a:spcPts val="0"/>
              </a:spcBef>
              <a:spcAft>
                <a:spcPts val="0"/>
              </a:spcAft>
              <a:buNone/>
              <a:defRPr b="0" sz="1400">
                <a:solidFill>
                  <a:schemeClr val="accent4"/>
                </a:solidFill>
              </a:defRPr>
            </a:lvl7pPr>
            <a:lvl8pPr lvl="7" rtl="0">
              <a:lnSpc>
                <a:spcPct val="100000"/>
              </a:lnSpc>
              <a:spcBef>
                <a:spcPts val="0"/>
              </a:spcBef>
              <a:spcAft>
                <a:spcPts val="0"/>
              </a:spcAft>
              <a:buNone/>
              <a:defRPr b="0" sz="1400">
                <a:solidFill>
                  <a:schemeClr val="accent4"/>
                </a:solidFill>
              </a:defRPr>
            </a:lvl8pPr>
            <a:lvl9pPr lvl="8" rtl="0">
              <a:lnSpc>
                <a:spcPct val="100000"/>
              </a:lnSpc>
              <a:spcBef>
                <a:spcPts val="0"/>
              </a:spcBef>
              <a:spcAft>
                <a:spcPts val="0"/>
              </a:spcAft>
              <a:buNone/>
              <a:defRPr b="0" sz="1400">
                <a:solidFill>
                  <a:schemeClr val="accent4"/>
                </a:solidFill>
              </a:defRPr>
            </a:lvl9pPr>
          </a:lstStyle>
          <a:p/>
        </p:txBody>
      </p:sp>
      <p:sp>
        <p:nvSpPr>
          <p:cNvPr id="381" name="Google Shape;381;p67"/>
          <p:cNvSpPr txBox="1"/>
          <p:nvPr>
            <p:ph idx="4" type="ctrTitle"/>
          </p:nvPr>
        </p:nvSpPr>
        <p:spPr>
          <a:xfrm>
            <a:off x="777240" y="5361701"/>
            <a:ext cx="4928700" cy="14760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1pPr>
            <a:lvl2pPr lvl="1"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2pPr>
            <a:lvl3pPr lvl="2"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3pPr>
            <a:lvl4pPr lvl="3"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4pPr>
            <a:lvl5pPr lvl="4"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5pPr>
            <a:lvl6pPr lvl="5"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6pPr>
            <a:lvl7pPr lvl="6"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7pPr>
            <a:lvl8pPr lvl="7"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8pPr>
            <a:lvl9pPr lvl="8" rtl="0">
              <a:spcBef>
                <a:spcPts val="0"/>
              </a:spcBef>
              <a:spcAft>
                <a:spcPts val="0"/>
              </a:spcAft>
              <a:buClr>
                <a:schemeClr val="accent4"/>
              </a:buClr>
              <a:buSzPts val="9600"/>
              <a:buFont typeface="Optimistic"/>
              <a:buNone/>
              <a:defRPr b="1" sz="9600">
                <a:solidFill>
                  <a:schemeClr val="accent4"/>
                </a:solidFill>
                <a:latin typeface="Optimistic"/>
                <a:ea typeface="Optimistic"/>
                <a:cs typeface="Optimistic"/>
                <a:sym typeface="Optimistic"/>
              </a:defRPr>
            </a:lvl9pPr>
          </a:lstStyle>
          <a:p/>
        </p:txBody>
      </p:sp>
      <p:sp>
        <p:nvSpPr>
          <p:cNvPr id="382" name="Google Shape;382;p67"/>
          <p:cNvSpPr txBox="1"/>
          <p:nvPr>
            <p:ph idx="5" type="subTitle"/>
          </p:nvPr>
        </p:nvSpPr>
        <p:spPr>
          <a:xfrm>
            <a:off x="777275" y="6864100"/>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solidFill>
                  <a:schemeClr val="accent4"/>
                </a:solidFill>
              </a:defRPr>
            </a:lvl1pPr>
            <a:lvl2pPr lvl="1" rtl="0">
              <a:lnSpc>
                <a:spcPct val="125000"/>
              </a:lnSpc>
              <a:spcBef>
                <a:spcPts val="0"/>
              </a:spcBef>
              <a:spcAft>
                <a:spcPts val="0"/>
              </a:spcAft>
              <a:buNone/>
              <a:defRPr b="0" sz="1800">
                <a:solidFill>
                  <a:schemeClr val="accent4"/>
                </a:solidFill>
              </a:defRPr>
            </a:lvl2pPr>
            <a:lvl3pPr lvl="2" rtl="0">
              <a:lnSpc>
                <a:spcPct val="125000"/>
              </a:lnSpc>
              <a:spcBef>
                <a:spcPts val="0"/>
              </a:spcBef>
              <a:spcAft>
                <a:spcPts val="0"/>
              </a:spcAft>
              <a:buNone/>
              <a:defRPr b="0" sz="1800">
                <a:solidFill>
                  <a:schemeClr val="accent4"/>
                </a:solidFill>
              </a:defRPr>
            </a:lvl3pPr>
            <a:lvl4pPr lvl="3" rtl="0">
              <a:lnSpc>
                <a:spcPct val="125000"/>
              </a:lnSpc>
              <a:spcBef>
                <a:spcPts val="0"/>
              </a:spcBef>
              <a:spcAft>
                <a:spcPts val="0"/>
              </a:spcAft>
              <a:buNone/>
              <a:defRPr b="0" sz="1800">
                <a:solidFill>
                  <a:schemeClr val="accent4"/>
                </a:solidFill>
              </a:defRPr>
            </a:lvl4pPr>
            <a:lvl5pPr lvl="4" rtl="0">
              <a:lnSpc>
                <a:spcPct val="125000"/>
              </a:lnSpc>
              <a:spcBef>
                <a:spcPts val="0"/>
              </a:spcBef>
              <a:spcAft>
                <a:spcPts val="0"/>
              </a:spcAft>
              <a:buNone/>
              <a:defRPr b="0" sz="1800">
                <a:solidFill>
                  <a:schemeClr val="accent4"/>
                </a:solidFill>
              </a:defRPr>
            </a:lvl5pPr>
            <a:lvl6pPr lvl="5" rtl="0">
              <a:lnSpc>
                <a:spcPct val="125000"/>
              </a:lnSpc>
              <a:spcBef>
                <a:spcPts val="0"/>
              </a:spcBef>
              <a:spcAft>
                <a:spcPts val="0"/>
              </a:spcAft>
              <a:buNone/>
              <a:defRPr b="0" sz="1800">
                <a:solidFill>
                  <a:schemeClr val="accent4"/>
                </a:solidFill>
              </a:defRPr>
            </a:lvl6pPr>
            <a:lvl7pPr lvl="6" rtl="0">
              <a:lnSpc>
                <a:spcPct val="125000"/>
              </a:lnSpc>
              <a:spcBef>
                <a:spcPts val="0"/>
              </a:spcBef>
              <a:spcAft>
                <a:spcPts val="0"/>
              </a:spcAft>
              <a:buNone/>
              <a:defRPr b="0" sz="1800">
                <a:solidFill>
                  <a:schemeClr val="accent4"/>
                </a:solidFill>
              </a:defRPr>
            </a:lvl7pPr>
            <a:lvl8pPr lvl="7" rtl="0">
              <a:lnSpc>
                <a:spcPct val="125000"/>
              </a:lnSpc>
              <a:spcBef>
                <a:spcPts val="0"/>
              </a:spcBef>
              <a:spcAft>
                <a:spcPts val="0"/>
              </a:spcAft>
              <a:buNone/>
              <a:defRPr b="0" sz="1800">
                <a:solidFill>
                  <a:schemeClr val="accent4"/>
                </a:solidFill>
              </a:defRPr>
            </a:lvl8pPr>
            <a:lvl9pPr lvl="8" rtl="0">
              <a:lnSpc>
                <a:spcPct val="125000"/>
              </a:lnSpc>
              <a:spcBef>
                <a:spcPts val="0"/>
              </a:spcBef>
              <a:spcAft>
                <a:spcPts val="0"/>
              </a:spcAft>
              <a:buNone/>
              <a:defRPr b="0" sz="1800">
                <a:solidFill>
                  <a:schemeClr val="accent4"/>
                </a:solidFil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09_Agenda">
  <p:cSld name="SECTION_HEADER_2_2_3">
    <p:bg>
      <p:bgPr>
        <a:solidFill>
          <a:schemeClr val="accent3"/>
        </a:solidFill>
      </p:bgPr>
    </p:bg>
    <p:spTree>
      <p:nvGrpSpPr>
        <p:cNvPr id="383" name="Shape 383"/>
        <p:cNvGrpSpPr/>
        <p:nvPr/>
      </p:nvGrpSpPr>
      <p:grpSpPr>
        <a:xfrm>
          <a:off x="0" y="0"/>
          <a:ext cx="0" cy="0"/>
          <a:chOff x="0" y="0"/>
          <a:chExt cx="0" cy="0"/>
        </a:xfrm>
      </p:grpSpPr>
      <p:sp>
        <p:nvSpPr>
          <p:cNvPr id="384" name="Google Shape;384;p68"/>
          <p:cNvSpPr txBox="1"/>
          <p:nvPr>
            <p:ph idx="1" type="body"/>
          </p:nvPr>
        </p:nvSpPr>
        <p:spPr>
          <a:xfrm>
            <a:off x="9372600" y="1828050"/>
            <a:ext cx="7163400" cy="6935700"/>
          </a:xfrm>
          <a:prstGeom prst="rect">
            <a:avLst/>
          </a:prstGeom>
        </p:spPr>
        <p:txBody>
          <a:bodyPr anchorCtr="0" anchor="ctr" bIns="0" lIns="0" spcFirstLastPara="1" rIns="0" wrap="square" tIns="0">
            <a:noAutofit/>
          </a:bodyPr>
          <a:lstStyle>
            <a:lvl1pPr indent="-400050" lvl="0" marL="457200" rtl="0">
              <a:lnSpc>
                <a:spcPct val="115000"/>
              </a:lnSpc>
              <a:spcBef>
                <a:spcPts val="0"/>
              </a:spcBef>
              <a:spcAft>
                <a:spcPts val="0"/>
              </a:spcAft>
              <a:buSzPts val="2700"/>
              <a:buNone/>
              <a:defRPr sz="2700"/>
            </a:lvl1pPr>
            <a:lvl2pPr indent="-400050" lvl="1" marL="914400" rtl="0">
              <a:lnSpc>
                <a:spcPct val="115000"/>
              </a:lnSpc>
              <a:spcBef>
                <a:spcPts val="1800"/>
              </a:spcBef>
              <a:spcAft>
                <a:spcPts val="0"/>
              </a:spcAft>
              <a:buSzPts val="2700"/>
              <a:buAutoNum type="alphaLcPeriod"/>
              <a:defRPr sz="2700"/>
            </a:lvl2pPr>
            <a:lvl3pPr indent="-400050" lvl="2" marL="1371600" rtl="0">
              <a:lnSpc>
                <a:spcPct val="115000"/>
              </a:lnSpc>
              <a:spcBef>
                <a:spcPts val="1800"/>
              </a:spcBef>
              <a:spcAft>
                <a:spcPts val="0"/>
              </a:spcAft>
              <a:buSzPts val="2700"/>
              <a:buAutoNum type="romanLcPeriod"/>
              <a:defRPr sz="2700"/>
            </a:lvl3pPr>
            <a:lvl4pPr indent="-400050" lvl="3" marL="1828800" rtl="0">
              <a:lnSpc>
                <a:spcPct val="115000"/>
              </a:lnSpc>
              <a:spcBef>
                <a:spcPts val="1800"/>
              </a:spcBef>
              <a:spcAft>
                <a:spcPts val="0"/>
              </a:spcAft>
              <a:buSzPts val="2700"/>
              <a:buAutoNum type="arabicPeriod"/>
              <a:defRPr sz="2700"/>
            </a:lvl4pPr>
            <a:lvl5pPr indent="-400050" lvl="4" marL="2286000" rtl="0">
              <a:lnSpc>
                <a:spcPct val="115000"/>
              </a:lnSpc>
              <a:spcBef>
                <a:spcPts val="1800"/>
              </a:spcBef>
              <a:spcAft>
                <a:spcPts val="0"/>
              </a:spcAft>
              <a:buSzPts val="2700"/>
              <a:buAutoNum type="alphaLcPeriod"/>
              <a:defRPr sz="2700"/>
            </a:lvl5pPr>
            <a:lvl6pPr indent="-400050" lvl="5" marL="2743200" rtl="0">
              <a:lnSpc>
                <a:spcPct val="115000"/>
              </a:lnSpc>
              <a:spcBef>
                <a:spcPts val="1800"/>
              </a:spcBef>
              <a:spcAft>
                <a:spcPts val="0"/>
              </a:spcAft>
              <a:buSzPts val="2700"/>
              <a:buAutoNum type="romanLcPeriod"/>
              <a:defRPr sz="2700"/>
            </a:lvl6pPr>
            <a:lvl7pPr indent="-400050" lvl="6" marL="3200400" rtl="0">
              <a:lnSpc>
                <a:spcPct val="115000"/>
              </a:lnSpc>
              <a:spcBef>
                <a:spcPts val="1800"/>
              </a:spcBef>
              <a:spcAft>
                <a:spcPts val="0"/>
              </a:spcAft>
              <a:buSzPts val="2700"/>
              <a:buAutoNum type="arabicPeriod"/>
              <a:defRPr sz="2700"/>
            </a:lvl7pPr>
            <a:lvl8pPr indent="-400050" lvl="7" marL="3657600" rtl="0">
              <a:lnSpc>
                <a:spcPct val="115000"/>
              </a:lnSpc>
              <a:spcBef>
                <a:spcPts val="1800"/>
              </a:spcBef>
              <a:spcAft>
                <a:spcPts val="0"/>
              </a:spcAft>
              <a:buSzPts val="2700"/>
              <a:buAutoNum type="alphaLcPeriod"/>
              <a:defRPr sz="2700"/>
            </a:lvl8pPr>
            <a:lvl9pPr indent="-400050" lvl="8" marL="4114800" rtl="0">
              <a:lnSpc>
                <a:spcPct val="115000"/>
              </a:lnSpc>
              <a:spcBef>
                <a:spcPts val="1800"/>
              </a:spcBef>
              <a:spcAft>
                <a:spcPts val="1800"/>
              </a:spcAft>
              <a:buSzPts val="2700"/>
              <a:buAutoNum type="romanLcPeriod"/>
              <a:defRPr sz="2700"/>
            </a:lvl9pPr>
          </a:lstStyle>
          <a:p/>
        </p:txBody>
      </p:sp>
      <p:sp>
        <p:nvSpPr>
          <p:cNvPr id="385" name="Google Shape;385;p68"/>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rtl="0">
              <a:spcBef>
                <a:spcPts val="0"/>
              </a:spcBef>
              <a:spcAft>
                <a:spcPts val="0"/>
              </a:spcAft>
              <a:buSzPts val="5600"/>
              <a:buNone/>
              <a:defRPr/>
            </a:lvl1pPr>
            <a:lvl2pPr lvl="1" rtl="0" algn="ctr">
              <a:spcBef>
                <a:spcPts val="0"/>
              </a:spcBef>
              <a:spcAft>
                <a:spcPts val="0"/>
              </a:spcAft>
              <a:buSzPts val="5600"/>
              <a:buNone/>
              <a:defRPr/>
            </a:lvl2pPr>
            <a:lvl3pPr lvl="2" rtl="0" algn="ctr">
              <a:spcBef>
                <a:spcPts val="0"/>
              </a:spcBef>
              <a:spcAft>
                <a:spcPts val="0"/>
              </a:spcAft>
              <a:buSzPts val="5600"/>
              <a:buNone/>
              <a:defRPr/>
            </a:lvl3pPr>
            <a:lvl4pPr lvl="3" rtl="0" algn="ctr">
              <a:spcBef>
                <a:spcPts val="0"/>
              </a:spcBef>
              <a:spcAft>
                <a:spcPts val="0"/>
              </a:spcAft>
              <a:buSzPts val="5600"/>
              <a:buNone/>
              <a:defRPr/>
            </a:lvl4pPr>
            <a:lvl5pPr lvl="4" rtl="0" algn="ctr">
              <a:spcBef>
                <a:spcPts val="0"/>
              </a:spcBef>
              <a:spcAft>
                <a:spcPts val="0"/>
              </a:spcAft>
              <a:buSzPts val="5600"/>
              <a:buNone/>
              <a:defRPr/>
            </a:lvl5pPr>
            <a:lvl6pPr lvl="5" rtl="0" algn="ctr">
              <a:spcBef>
                <a:spcPts val="0"/>
              </a:spcBef>
              <a:spcAft>
                <a:spcPts val="0"/>
              </a:spcAft>
              <a:buSzPts val="5600"/>
              <a:buNone/>
              <a:defRPr/>
            </a:lvl6pPr>
            <a:lvl7pPr lvl="6" rtl="0" algn="ctr">
              <a:spcBef>
                <a:spcPts val="0"/>
              </a:spcBef>
              <a:spcAft>
                <a:spcPts val="0"/>
              </a:spcAft>
              <a:buSzPts val="5600"/>
              <a:buNone/>
              <a:defRPr/>
            </a:lvl7pPr>
            <a:lvl8pPr lvl="7" rtl="0" algn="ctr">
              <a:spcBef>
                <a:spcPts val="0"/>
              </a:spcBef>
              <a:spcAft>
                <a:spcPts val="0"/>
              </a:spcAft>
              <a:buSzPts val="5600"/>
              <a:buNone/>
              <a:defRPr/>
            </a:lvl8pPr>
            <a:lvl9pPr lvl="8" rtl="0" algn="ctr">
              <a:spcBef>
                <a:spcPts val="0"/>
              </a:spcBef>
              <a:spcAft>
                <a:spcPts val="0"/>
              </a:spcAft>
              <a:buSzPts val="5600"/>
              <a:buNone/>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_Schedule">
  <p:cSld name="SECTION_HEADER_2_2_1_2">
    <p:bg>
      <p:bgPr>
        <a:solidFill>
          <a:schemeClr val="accent3"/>
        </a:solidFill>
      </p:bgPr>
    </p:bg>
    <p:spTree>
      <p:nvGrpSpPr>
        <p:cNvPr id="386" name="Shape 386"/>
        <p:cNvGrpSpPr/>
        <p:nvPr/>
      </p:nvGrpSpPr>
      <p:grpSpPr>
        <a:xfrm>
          <a:off x="0" y="0"/>
          <a:ext cx="0" cy="0"/>
          <a:chOff x="0" y="0"/>
          <a:chExt cx="0" cy="0"/>
        </a:xfrm>
      </p:grpSpPr>
      <p:sp>
        <p:nvSpPr>
          <p:cNvPr id="387" name="Google Shape;387;p69"/>
          <p:cNvSpPr txBox="1"/>
          <p:nvPr>
            <p:ph type="title"/>
          </p:nvPr>
        </p:nvSpPr>
        <p:spPr>
          <a:xfrm>
            <a:off x="1527048" y="4301688"/>
            <a:ext cx="4224600" cy="1683600"/>
          </a:xfrm>
          <a:prstGeom prst="rect">
            <a:avLst/>
          </a:prstGeom>
        </p:spPr>
        <p:txBody>
          <a:bodyPr anchorCtr="0" anchor="ctr" bIns="0" lIns="0" spcFirstLastPara="1" rIns="0" wrap="square" tIns="0">
            <a:noAutofit/>
          </a:bodyPr>
          <a:lstStyle>
            <a:lvl1pPr lvl="0" rtl="0">
              <a:spcBef>
                <a:spcPts val="0"/>
              </a:spcBef>
              <a:spcAft>
                <a:spcPts val="0"/>
              </a:spcAft>
              <a:buSzPts val="5600"/>
              <a:buNone/>
              <a:defRPr/>
            </a:lvl1pPr>
            <a:lvl2pPr lvl="1" rtl="0" algn="ctr">
              <a:spcBef>
                <a:spcPts val="0"/>
              </a:spcBef>
              <a:spcAft>
                <a:spcPts val="0"/>
              </a:spcAft>
              <a:buSzPts val="5600"/>
              <a:buNone/>
              <a:defRPr/>
            </a:lvl2pPr>
            <a:lvl3pPr lvl="2" rtl="0" algn="ctr">
              <a:spcBef>
                <a:spcPts val="0"/>
              </a:spcBef>
              <a:spcAft>
                <a:spcPts val="0"/>
              </a:spcAft>
              <a:buSzPts val="5600"/>
              <a:buNone/>
              <a:defRPr/>
            </a:lvl3pPr>
            <a:lvl4pPr lvl="3" rtl="0" algn="ctr">
              <a:spcBef>
                <a:spcPts val="0"/>
              </a:spcBef>
              <a:spcAft>
                <a:spcPts val="0"/>
              </a:spcAft>
              <a:buSzPts val="5600"/>
              <a:buNone/>
              <a:defRPr/>
            </a:lvl4pPr>
            <a:lvl5pPr lvl="4" rtl="0" algn="ctr">
              <a:spcBef>
                <a:spcPts val="0"/>
              </a:spcBef>
              <a:spcAft>
                <a:spcPts val="0"/>
              </a:spcAft>
              <a:buSzPts val="5600"/>
              <a:buNone/>
              <a:defRPr/>
            </a:lvl5pPr>
            <a:lvl6pPr lvl="5" rtl="0" algn="ctr">
              <a:spcBef>
                <a:spcPts val="0"/>
              </a:spcBef>
              <a:spcAft>
                <a:spcPts val="0"/>
              </a:spcAft>
              <a:buSzPts val="5600"/>
              <a:buNone/>
              <a:defRPr/>
            </a:lvl6pPr>
            <a:lvl7pPr lvl="6" rtl="0" algn="ctr">
              <a:spcBef>
                <a:spcPts val="0"/>
              </a:spcBef>
              <a:spcAft>
                <a:spcPts val="0"/>
              </a:spcAft>
              <a:buSzPts val="5600"/>
              <a:buNone/>
              <a:defRPr/>
            </a:lvl7pPr>
            <a:lvl8pPr lvl="7" rtl="0" algn="ctr">
              <a:spcBef>
                <a:spcPts val="0"/>
              </a:spcBef>
              <a:spcAft>
                <a:spcPts val="0"/>
              </a:spcAft>
              <a:buSzPts val="5600"/>
              <a:buNone/>
              <a:defRPr/>
            </a:lvl8pPr>
            <a:lvl9pPr lvl="8" rtl="0" algn="ctr">
              <a:spcBef>
                <a:spcPts val="0"/>
              </a:spcBef>
              <a:spcAft>
                <a:spcPts val="0"/>
              </a:spcAft>
              <a:buSzPts val="5600"/>
              <a:buNone/>
              <a:defRPr/>
            </a:lvl9pPr>
          </a:lstStyle>
          <a:p/>
        </p:txBody>
      </p:sp>
      <p:sp>
        <p:nvSpPr>
          <p:cNvPr id="388" name="Google Shape;388;p69"/>
          <p:cNvSpPr txBox="1"/>
          <p:nvPr>
            <p:ph idx="1" type="subTitle"/>
          </p:nvPr>
        </p:nvSpPr>
        <p:spPr>
          <a:xfrm>
            <a:off x="8586216" y="238509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89" name="Google Shape;389;p69"/>
          <p:cNvSpPr txBox="1"/>
          <p:nvPr>
            <p:ph idx="2" type="subTitle"/>
          </p:nvPr>
        </p:nvSpPr>
        <p:spPr>
          <a:xfrm>
            <a:off x="13405104" y="238509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90" name="Google Shape;390;p69"/>
          <p:cNvSpPr txBox="1"/>
          <p:nvPr>
            <p:ph idx="3" type="subTitle"/>
          </p:nvPr>
        </p:nvSpPr>
        <p:spPr>
          <a:xfrm>
            <a:off x="8586216" y="201933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91" name="Google Shape;391;p69"/>
          <p:cNvSpPr txBox="1"/>
          <p:nvPr>
            <p:ph idx="4" type="subTitle"/>
          </p:nvPr>
        </p:nvSpPr>
        <p:spPr>
          <a:xfrm>
            <a:off x="13405104" y="201933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92" name="Google Shape;392;p69"/>
          <p:cNvSpPr txBox="1"/>
          <p:nvPr>
            <p:ph idx="5" type="subTitle"/>
          </p:nvPr>
        </p:nvSpPr>
        <p:spPr>
          <a:xfrm>
            <a:off x="8586216" y="412245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93" name="Google Shape;393;p69"/>
          <p:cNvSpPr txBox="1"/>
          <p:nvPr>
            <p:ph idx="6" type="subTitle"/>
          </p:nvPr>
        </p:nvSpPr>
        <p:spPr>
          <a:xfrm>
            <a:off x="13405104" y="412245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94" name="Google Shape;394;p69"/>
          <p:cNvSpPr txBox="1"/>
          <p:nvPr>
            <p:ph idx="7" type="subTitle"/>
          </p:nvPr>
        </p:nvSpPr>
        <p:spPr>
          <a:xfrm>
            <a:off x="8586216" y="37566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95" name="Google Shape;395;p69"/>
          <p:cNvSpPr txBox="1"/>
          <p:nvPr>
            <p:ph idx="8" type="subTitle"/>
          </p:nvPr>
        </p:nvSpPr>
        <p:spPr>
          <a:xfrm>
            <a:off x="13405104" y="37566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96" name="Google Shape;396;p69"/>
          <p:cNvSpPr txBox="1"/>
          <p:nvPr>
            <p:ph idx="9" type="subTitle"/>
          </p:nvPr>
        </p:nvSpPr>
        <p:spPr>
          <a:xfrm>
            <a:off x="8586216" y="585981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97" name="Google Shape;397;p69"/>
          <p:cNvSpPr txBox="1"/>
          <p:nvPr>
            <p:ph idx="13" type="subTitle"/>
          </p:nvPr>
        </p:nvSpPr>
        <p:spPr>
          <a:xfrm>
            <a:off x="13405104" y="585981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398" name="Google Shape;398;p69"/>
          <p:cNvSpPr txBox="1"/>
          <p:nvPr>
            <p:ph idx="14" type="subTitle"/>
          </p:nvPr>
        </p:nvSpPr>
        <p:spPr>
          <a:xfrm>
            <a:off x="8586216" y="54940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399" name="Google Shape;399;p69"/>
          <p:cNvSpPr txBox="1"/>
          <p:nvPr>
            <p:ph idx="15" type="subTitle"/>
          </p:nvPr>
        </p:nvSpPr>
        <p:spPr>
          <a:xfrm>
            <a:off x="13405104" y="54940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0" name="Google Shape;400;p69"/>
          <p:cNvSpPr txBox="1"/>
          <p:nvPr>
            <p:ph idx="16" type="subTitle"/>
          </p:nvPr>
        </p:nvSpPr>
        <p:spPr>
          <a:xfrm>
            <a:off x="8586216" y="759717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401" name="Google Shape;401;p69"/>
          <p:cNvSpPr txBox="1"/>
          <p:nvPr>
            <p:ph idx="17" type="subTitle"/>
          </p:nvPr>
        </p:nvSpPr>
        <p:spPr>
          <a:xfrm>
            <a:off x="13405104" y="7597175"/>
            <a:ext cx="4224600" cy="822900"/>
          </a:xfrm>
          <a:prstGeom prst="rect">
            <a:avLst/>
          </a:prstGeom>
        </p:spPr>
        <p:txBody>
          <a:bodyPr anchorCtr="0" anchor="t" bIns="0" lIns="0" spcFirstLastPara="1" rIns="0" wrap="square" tIns="0">
            <a:noAutofit/>
          </a:bodyPr>
          <a:lstStyle>
            <a:lvl1pPr indent="0" lvl="0" marL="0" marR="0" rtl="0" algn="l">
              <a:lnSpc>
                <a:spcPct val="110000"/>
              </a:lnSpc>
              <a:spcBef>
                <a:spcPts val="0"/>
              </a:spcBef>
              <a:spcAft>
                <a:spcPts val="0"/>
              </a:spcAft>
              <a:buNone/>
              <a:defRPr sz="2700"/>
            </a:lvl1pPr>
            <a:lvl2pPr lvl="1" rtl="0">
              <a:lnSpc>
                <a:spcPct val="110000"/>
              </a:lnSpc>
              <a:spcBef>
                <a:spcPts val="0"/>
              </a:spcBef>
              <a:spcAft>
                <a:spcPts val="0"/>
              </a:spcAft>
              <a:buNone/>
              <a:defRPr sz="2700"/>
            </a:lvl2pPr>
            <a:lvl3pPr lvl="2" rtl="0">
              <a:lnSpc>
                <a:spcPct val="110000"/>
              </a:lnSpc>
              <a:spcBef>
                <a:spcPts val="0"/>
              </a:spcBef>
              <a:spcAft>
                <a:spcPts val="0"/>
              </a:spcAft>
              <a:buNone/>
              <a:defRPr sz="2700"/>
            </a:lvl3pPr>
            <a:lvl4pPr lvl="3" rtl="0">
              <a:lnSpc>
                <a:spcPct val="110000"/>
              </a:lnSpc>
              <a:spcBef>
                <a:spcPts val="0"/>
              </a:spcBef>
              <a:spcAft>
                <a:spcPts val="0"/>
              </a:spcAft>
              <a:buNone/>
              <a:defRPr sz="2700"/>
            </a:lvl4pPr>
            <a:lvl5pPr lvl="4" rtl="0">
              <a:lnSpc>
                <a:spcPct val="110000"/>
              </a:lnSpc>
              <a:spcBef>
                <a:spcPts val="0"/>
              </a:spcBef>
              <a:spcAft>
                <a:spcPts val="0"/>
              </a:spcAft>
              <a:buNone/>
              <a:defRPr sz="2700"/>
            </a:lvl5pPr>
            <a:lvl6pPr lvl="5" rtl="0">
              <a:lnSpc>
                <a:spcPct val="110000"/>
              </a:lnSpc>
              <a:spcBef>
                <a:spcPts val="0"/>
              </a:spcBef>
              <a:spcAft>
                <a:spcPts val="0"/>
              </a:spcAft>
              <a:buNone/>
              <a:defRPr sz="2700"/>
            </a:lvl6pPr>
            <a:lvl7pPr lvl="6" rtl="0">
              <a:lnSpc>
                <a:spcPct val="110000"/>
              </a:lnSpc>
              <a:spcBef>
                <a:spcPts val="0"/>
              </a:spcBef>
              <a:spcAft>
                <a:spcPts val="0"/>
              </a:spcAft>
              <a:buNone/>
              <a:defRPr sz="2700"/>
            </a:lvl7pPr>
            <a:lvl8pPr lvl="7" rtl="0">
              <a:lnSpc>
                <a:spcPct val="110000"/>
              </a:lnSpc>
              <a:spcBef>
                <a:spcPts val="0"/>
              </a:spcBef>
              <a:spcAft>
                <a:spcPts val="0"/>
              </a:spcAft>
              <a:buNone/>
              <a:defRPr sz="2700"/>
            </a:lvl8pPr>
            <a:lvl9pPr lvl="8" rtl="0">
              <a:lnSpc>
                <a:spcPct val="110000"/>
              </a:lnSpc>
              <a:spcBef>
                <a:spcPts val="0"/>
              </a:spcBef>
              <a:spcAft>
                <a:spcPts val="0"/>
              </a:spcAft>
              <a:buNone/>
              <a:defRPr sz="2700"/>
            </a:lvl9pPr>
          </a:lstStyle>
          <a:p/>
        </p:txBody>
      </p:sp>
      <p:sp>
        <p:nvSpPr>
          <p:cNvPr id="402" name="Google Shape;402;p69"/>
          <p:cNvSpPr txBox="1"/>
          <p:nvPr>
            <p:ph idx="18" type="subTitle"/>
          </p:nvPr>
        </p:nvSpPr>
        <p:spPr>
          <a:xfrm>
            <a:off x="8586216" y="72314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3" name="Google Shape;403;p69"/>
          <p:cNvSpPr txBox="1"/>
          <p:nvPr>
            <p:ph idx="19" type="subTitle"/>
          </p:nvPr>
        </p:nvSpPr>
        <p:spPr>
          <a:xfrm>
            <a:off x="13405104" y="72314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4" name="Google Shape;404;p69"/>
          <p:cNvSpPr txBox="1"/>
          <p:nvPr>
            <p:ph idx="20" type="subTitle"/>
          </p:nvPr>
        </p:nvSpPr>
        <p:spPr>
          <a:xfrm>
            <a:off x="8586216" y="28422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5" name="Google Shape;405;p69"/>
          <p:cNvSpPr txBox="1"/>
          <p:nvPr>
            <p:ph idx="21" type="subTitle"/>
          </p:nvPr>
        </p:nvSpPr>
        <p:spPr>
          <a:xfrm>
            <a:off x="13405104" y="284229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6" name="Google Shape;406;p69"/>
          <p:cNvSpPr txBox="1"/>
          <p:nvPr>
            <p:ph idx="22" type="subTitle"/>
          </p:nvPr>
        </p:nvSpPr>
        <p:spPr>
          <a:xfrm>
            <a:off x="8586216" y="45796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7" name="Google Shape;407;p69"/>
          <p:cNvSpPr txBox="1"/>
          <p:nvPr>
            <p:ph idx="23" type="subTitle"/>
          </p:nvPr>
        </p:nvSpPr>
        <p:spPr>
          <a:xfrm>
            <a:off x="13405104" y="457965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8" name="Google Shape;408;p69"/>
          <p:cNvSpPr txBox="1"/>
          <p:nvPr>
            <p:ph idx="24" type="subTitle"/>
          </p:nvPr>
        </p:nvSpPr>
        <p:spPr>
          <a:xfrm>
            <a:off x="8586216" y="63170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09" name="Google Shape;409;p69"/>
          <p:cNvSpPr txBox="1"/>
          <p:nvPr>
            <p:ph idx="25" type="subTitle"/>
          </p:nvPr>
        </p:nvSpPr>
        <p:spPr>
          <a:xfrm>
            <a:off x="13405104" y="631701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10" name="Google Shape;410;p69"/>
          <p:cNvSpPr txBox="1"/>
          <p:nvPr>
            <p:ph idx="26" type="subTitle"/>
          </p:nvPr>
        </p:nvSpPr>
        <p:spPr>
          <a:xfrm>
            <a:off x="8586216" y="805437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
        <p:nvSpPr>
          <p:cNvPr id="411" name="Google Shape;411;p69"/>
          <p:cNvSpPr txBox="1"/>
          <p:nvPr>
            <p:ph idx="27" type="subTitle"/>
          </p:nvPr>
        </p:nvSpPr>
        <p:spPr>
          <a:xfrm>
            <a:off x="13405104" y="8054375"/>
            <a:ext cx="4224600" cy="347400"/>
          </a:xfrm>
          <a:prstGeom prst="rect">
            <a:avLst/>
          </a:prstGeom>
        </p:spPr>
        <p:txBody>
          <a:bodyPr anchorCtr="0" anchor="b" bIns="0" lIns="0" spcFirstLastPara="1" rIns="0" wrap="square" tIns="0">
            <a:noAutofit/>
          </a:bodyPr>
          <a:lstStyle>
            <a:lvl1pPr indent="0" lvl="0" marL="0" marR="0" rtl="0" algn="l">
              <a:lnSpc>
                <a:spcPct val="125000"/>
              </a:lnSpc>
              <a:spcBef>
                <a:spcPts val="0"/>
              </a:spcBef>
              <a:spcAft>
                <a:spcPts val="0"/>
              </a:spcAft>
              <a:buNone/>
              <a:defRPr b="0"/>
            </a:lvl1pPr>
            <a:lvl2pPr lvl="1" rtl="0">
              <a:lnSpc>
                <a:spcPct val="125000"/>
              </a:lnSpc>
              <a:spcBef>
                <a:spcPts val="0"/>
              </a:spcBef>
              <a:spcAft>
                <a:spcPts val="0"/>
              </a:spcAft>
              <a:buNone/>
              <a:defRPr b="0"/>
            </a:lvl2pPr>
            <a:lvl3pPr lvl="2" rtl="0">
              <a:lnSpc>
                <a:spcPct val="125000"/>
              </a:lnSpc>
              <a:spcBef>
                <a:spcPts val="0"/>
              </a:spcBef>
              <a:spcAft>
                <a:spcPts val="0"/>
              </a:spcAft>
              <a:buNone/>
              <a:defRPr b="0"/>
            </a:lvl3pPr>
            <a:lvl4pPr lvl="3" rtl="0">
              <a:lnSpc>
                <a:spcPct val="125000"/>
              </a:lnSpc>
              <a:spcBef>
                <a:spcPts val="0"/>
              </a:spcBef>
              <a:spcAft>
                <a:spcPts val="0"/>
              </a:spcAft>
              <a:buNone/>
              <a:defRPr b="0"/>
            </a:lvl4pPr>
            <a:lvl5pPr lvl="4" rtl="0">
              <a:lnSpc>
                <a:spcPct val="125000"/>
              </a:lnSpc>
              <a:spcBef>
                <a:spcPts val="0"/>
              </a:spcBef>
              <a:spcAft>
                <a:spcPts val="0"/>
              </a:spcAft>
              <a:buNone/>
              <a:defRPr b="0"/>
            </a:lvl5pPr>
            <a:lvl6pPr lvl="5" rtl="0">
              <a:lnSpc>
                <a:spcPct val="125000"/>
              </a:lnSpc>
              <a:spcBef>
                <a:spcPts val="0"/>
              </a:spcBef>
              <a:spcAft>
                <a:spcPts val="0"/>
              </a:spcAft>
              <a:buNone/>
              <a:defRPr b="0"/>
            </a:lvl6pPr>
            <a:lvl7pPr lvl="6" rtl="0">
              <a:lnSpc>
                <a:spcPct val="125000"/>
              </a:lnSpc>
              <a:spcBef>
                <a:spcPts val="0"/>
              </a:spcBef>
              <a:spcAft>
                <a:spcPts val="0"/>
              </a:spcAft>
              <a:buNone/>
              <a:defRPr b="0"/>
            </a:lvl7pPr>
            <a:lvl8pPr lvl="7" rtl="0">
              <a:lnSpc>
                <a:spcPct val="125000"/>
              </a:lnSpc>
              <a:spcBef>
                <a:spcPts val="0"/>
              </a:spcBef>
              <a:spcAft>
                <a:spcPts val="0"/>
              </a:spcAft>
              <a:buNone/>
              <a:defRPr b="0"/>
            </a:lvl8pPr>
            <a:lvl9pPr lvl="8" rtl="0">
              <a:lnSpc>
                <a:spcPct val="125000"/>
              </a:lnSpc>
              <a:spcBef>
                <a:spcPts val="0"/>
              </a:spcBef>
              <a:spcAft>
                <a:spcPts val="0"/>
              </a:spcAft>
              <a:buNone/>
              <a:defRPr b="0"/>
            </a:lvl9pPr>
          </a:lstStyl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Mission">
  <p:cSld name="SECTION_HEADER_2_1_2_1_2">
    <p:bg>
      <p:bgPr>
        <a:solidFill>
          <a:schemeClr val="accent3"/>
        </a:solidFill>
      </p:bgPr>
    </p:bg>
    <p:spTree>
      <p:nvGrpSpPr>
        <p:cNvPr id="412" name="Shape 412"/>
        <p:cNvGrpSpPr/>
        <p:nvPr/>
      </p:nvGrpSpPr>
      <p:grpSpPr>
        <a:xfrm>
          <a:off x="0" y="0"/>
          <a:ext cx="0" cy="0"/>
          <a:chOff x="0" y="0"/>
          <a:chExt cx="0" cy="0"/>
        </a:xfrm>
      </p:grpSpPr>
      <p:sp>
        <p:nvSpPr>
          <p:cNvPr id="413" name="Google Shape;413;p70"/>
          <p:cNvSpPr txBox="1"/>
          <p:nvPr>
            <p:ph type="title"/>
          </p:nvPr>
        </p:nvSpPr>
        <p:spPr>
          <a:xfrm>
            <a:off x="1527048" y="3822192"/>
            <a:ext cx="13377600" cy="4114800"/>
          </a:xfrm>
          <a:prstGeom prst="rect">
            <a:avLst/>
          </a:prstGeom>
        </p:spPr>
        <p:txBody>
          <a:bodyPr anchorCtr="0" anchor="t" bIns="0" lIns="0" spcFirstLastPara="1" rIns="0" wrap="square" tIns="0">
            <a:noAutofit/>
          </a:bodyPr>
          <a:lstStyle>
            <a:lvl1pPr lvl="0" rtl="0">
              <a:lnSpc>
                <a:spcPct val="125000"/>
              </a:lnSpc>
              <a:spcBef>
                <a:spcPts val="0"/>
              </a:spcBef>
              <a:spcAft>
                <a:spcPts val="0"/>
              </a:spcAft>
              <a:buSzPts val="3600"/>
              <a:buNone/>
              <a:defRPr sz="3600"/>
            </a:lvl1pPr>
            <a:lvl2pPr lvl="1" rtl="0" algn="ctr">
              <a:lnSpc>
                <a:spcPct val="125000"/>
              </a:lnSpc>
              <a:spcBef>
                <a:spcPts val="0"/>
              </a:spcBef>
              <a:spcAft>
                <a:spcPts val="0"/>
              </a:spcAft>
              <a:buSzPts val="3600"/>
              <a:buNone/>
              <a:defRPr sz="3600"/>
            </a:lvl2pPr>
            <a:lvl3pPr lvl="2" rtl="0" algn="ctr">
              <a:lnSpc>
                <a:spcPct val="125000"/>
              </a:lnSpc>
              <a:spcBef>
                <a:spcPts val="0"/>
              </a:spcBef>
              <a:spcAft>
                <a:spcPts val="0"/>
              </a:spcAft>
              <a:buSzPts val="3600"/>
              <a:buNone/>
              <a:defRPr sz="3600"/>
            </a:lvl3pPr>
            <a:lvl4pPr lvl="3" rtl="0" algn="ctr">
              <a:lnSpc>
                <a:spcPct val="125000"/>
              </a:lnSpc>
              <a:spcBef>
                <a:spcPts val="0"/>
              </a:spcBef>
              <a:spcAft>
                <a:spcPts val="0"/>
              </a:spcAft>
              <a:buSzPts val="3600"/>
              <a:buNone/>
              <a:defRPr sz="3600"/>
            </a:lvl4pPr>
            <a:lvl5pPr lvl="4" rtl="0" algn="ctr">
              <a:lnSpc>
                <a:spcPct val="125000"/>
              </a:lnSpc>
              <a:spcBef>
                <a:spcPts val="0"/>
              </a:spcBef>
              <a:spcAft>
                <a:spcPts val="0"/>
              </a:spcAft>
              <a:buSzPts val="3600"/>
              <a:buNone/>
              <a:defRPr sz="3600"/>
            </a:lvl5pPr>
            <a:lvl6pPr lvl="5" rtl="0" algn="ctr">
              <a:lnSpc>
                <a:spcPct val="125000"/>
              </a:lnSpc>
              <a:spcBef>
                <a:spcPts val="0"/>
              </a:spcBef>
              <a:spcAft>
                <a:spcPts val="0"/>
              </a:spcAft>
              <a:buSzPts val="3600"/>
              <a:buNone/>
              <a:defRPr sz="3600"/>
            </a:lvl6pPr>
            <a:lvl7pPr lvl="6" rtl="0" algn="ctr">
              <a:lnSpc>
                <a:spcPct val="125000"/>
              </a:lnSpc>
              <a:spcBef>
                <a:spcPts val="0"/>
              </a:spcBef>
              <a:spcAft>
                <a:spcPts val="0"/>
              </a:spcAft>
              <a:buSzPts val="3600"/>
              <a:buNone/>
              <a:defRPr sz="3600"/>
            </a:lvl7pPr>
            <a:lvl8pPr lvl="7" rtl="0" algn="ctr">
              <a:lnSpc>
                <a:spcPct val="125000"/>
              </a:lnSpc>
              <a:spcBef>
                <a:spcPts val="0"/>
              </a:spcBef>
              <a:spcAft>
                <a:spcPts val="0"/>
              </a:spcAft>
              <a:buSzPts val="3600"/>
              <a:buNone/>
              <a:defRPr sz="3600"/>
            </a:lvl8pPr>
            <a:lvl9pPr lvl="8" rtl="0" algn="ctr">
              <a:lnSpc>
                <a:spcPct val="125000"/>
              </a:lnSpc>
              <a:spcBef>
                <a:spcPts val="0"/>
              </a:spcBef>
              <a:spcAft>
                <a:spcPts val="0"/>
              </a:spcAft>
              <a:buSzPts val="3600"/>
              <a:buNone/>
              <a:defRPr sz="3600"/>
            </a:lvl9pPr>
          </a:lstStyle>
          <a:p/>
        </p:txBody>
      </p:sp>
      <p:sp>
        <p:nvSpPr>
          <p:cNvPr id="414" name="Google Shape;414;p70"/>
          <p:cNvSpPr txBox="1"/>
          <p:nvPr>
            <p:ph idx="1" type="subTitle"/>
          </p:nvPr>
        </p:nvSpPr>
        <p:spPr>
          <a:xfrm>
            <a:off x="1527048" y="2999232"/>
            <a:ext cx="133776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lvl1pPr>
            <a:lvl2pPr lvl="1" rtl="0">
              <a:lnSpc>
                <a:spcPct val="125000"/>
              </a:lnSpc>
              <a:spcBef>
                <a:spcPts val="0"/>
              </a:spcBef>
              <a:spcAft>
                <a:spcPts val="0"/>
              </a:spcAft>
              <a:buNone/>
              <a:defRPr sz="1800"/>
            </a:lvl2pPr>
            <a:lvl3pPr lvl="2" rtl="0">
              <a:lnSpc>
                <a:spcPct val="125000"/>
              </a:lnSpc>
              <a:spcBef>
                <a:spcPts val="0"/>
              </a:spcBef>
              <a:spcAft>
                <a:spcPts val="0"/>
              </a:spcAft>
              <a:buNone/>
              <a:defRPr sz="1800"/>
            </a:lvl3pPr>
            <a:lvl4pPr lvl="3" rtl="0">
              <a:lnSpc>
                <a:spcPct val="125000"/>
              </a:lnSpc>
              <a:spcBef>
                <a:spcPts val="0"/>
              </a:spcBef>
              <a:spcAft>
                <a:spcPts val="0"/>
              </a:spcAft>
              <a:buNone/>
              <a:defRPr sz="1800"/>
            </a:lvl4pPr>
            <a:lvl5pPr lvl="4" rtl="0">
              <a:lnSpc>
                <a:spcPct val="125000"/>
              </a:lnSpc>
              <a:spcBef>
                <a:spcPts val="0"/>
              </a:spcBef>
              <a:spcAft>
                <a:spcPts val="0"/>
              </a:spcAft>
              <a:buNone/>
              <a:defRPr sz="1800"/>
            </a:lvl5pPr>
            <a:lvl6pPr lvl="5" rtl="0">
              <a:lnSpc>
                <a:spcPct val="125000"/>
              </a:lnSpc>
              <a:spcBef>
                <a:spcPts val="0"/>
              </a:spcBef>
              <a:spcAft>
                <a:spcPts val="0"/>
              </a:spcAft>
              <a:buNone/>
              <a:defRPr sz="1800"/>
            </a:lvl6pPr>
            <a:lvl7pPr lvl="6" rtl="0">
              <a:lnSpc>
                <a:spcPct val="125000"/>
              </a:lnSpc>
              <a:spcBef>
                <a:spcPts val="0"/>
              </a:spcBef>
              <a:spcAft>
                <a:spcPts val="0"/>
              </a:spcAft>
              <a:buNone/>
              <a:defRPr sz="1800"/>
            </a:lvl7pPr>
            <a:lvl8pPr lvl="7" rtl="0">
              <a:lnSpc>
                <a:spcPct val="125000"/>
              </a:lnSpc>
              <a:spcBef>
                <a:spcPts val="0"/>
              </a:spcBef>
              <a:spcAft>
                <a:spcPts val="0"/>
              </a:spcAft>
              <a:buNone/>
              <a:defRPr sz="1800"/>
            </a:lvl8pPr>
            <a:lvl9pPr lvl="8" rtl="0">
              <a:lnSpc>
                <a:spcPct val="125000"/>
              </a:lnSpc>
              <a:spcBef>
                <a:spcPts val="0"/>
              </a:spcBef>
              <a:spcAft>
                <a:spcPts val="0"/>
              </a:spcAft>
              <a:buNone/>
              <a:defRPr sz="1800"/>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1_Quote">
  <p:cSld name="SECTION_HEADER_2_1_2_2_2">
    <p:bg>
      <p:bgPr>
        <a:solidFill>
          <a:schemeClr val="accent3"/>
        </a:solidFill>
      </p:bgPr>
    </p:bg>
    <p:spTree>
      <p:nvGrpSpPr>
        <p:cNvPr id="415" name="Shape 415"/>
        <p:cNvGrpSpPr/>
        <p:nvPr/>
      </p:nvGrpSpPr>
      <p:grpSpPr>
        <a:xfrm>
          <a:off x="0" y="0"/>
          <a:ext cx="0" cy="0"/>
          <a:chOff x="0" y="0"/>
          <a:chExt cx="0" cy="0"/>
        </a:xfrm>
      </p:grpSpPr>
      <p:sp>
        <p:nvSpPr>
          <p:cNvPr id="416" name="Google Shape;416;p71"/>
          <p:cNvSpPr txBox="1"/>
          <p:nvPr>
            <p:ph type="title"/>
          </p:nvPr>
        </p:nvSpPr>
        <p:spPr>
          <a:xfrm>
            <a:off x="1527048" y="2788920"/>
            <a:ext cx="13377600" cy="4114800"/>
          </a:xfrm>
          <a:prstGeom prst="rect">
            <a:avLst/>
          </a:prstGeom>
        </p:spPr>
        <p:txBody>
          <a:bodyPr anchorCtr="0" anchor="b" bIns="0" lIns="0" spcFirstLastPara="1" rIns="0" wrap="square" tIns="0">
            <a:noAutofit/>
          </a:bodyPr>
          <a:lstStyle>
            <a:lvl1pPr lvl="0" rtl="0">
              <a:lnSpc>
                <a:spcPct val="125000"/>
              </a:lnSpc>
              <a:spcBef>
                <a:spcPts val="0"/>
              </a:spcBef>
              <a:spcAft>
                <a:spcPts val="0"/>
              </a:spcAft>
              <a:buSzPts val="3600"/>
              <a:buNone/>
              <a:defRPr sz="3600"/>
            </a:lvl1pPr>
            <a:lvl2pPr lvl="1" rtl="0" algn="ctr">
              <a:lnSpc>
                <a:spcPct val="125000"/>
              </a:lnSpc>
              <a:spcBef>
                <a:spcPts val="0"/>
              </a:spcBef>
              <a:spcAft>
                <a:spcPts val="0"/>
              </a:spcAft>
              <a:buSzPts val="3600"/>
              <a:buNone/>
              <a:defRPr sz="3600"/>
            </a:lvl2pPr>
            <a:lvl3pPr lvl="2" rtl="0" algn="ctr">
              <a:lnSpc>
                <a:spcPct val="125000"/>
              </a:lnSpc>
              <a:spcBef>
                <a:spcPts val="0"/>
              </a:spcBef>
              <a:spcAft>
                <a:spcPts val="0"/>
              </a:spcAft>
              <a:buSzPts val="3600"/>
              <a:buNone/>
              <a:defRPr sz="3600"/>
            </a:lvl3pPr>
            <a:lvl4pPr lvl="3" rtl="0" algn="ctr">
              <a:lnSpc>
                <a:spcPct val="125000"/>
              </a:lnSpc>
              <a:spcBef>
                <a:spcPts val="0"/>
              </a:spcBef>
              <a:spcAft>
                <a:spcPts val="0"/>
              </a:spcAft>
              <a:buSzPts val="3600"/>
              <a:buNone/>
              <a:defRPr sz="3600"/>
            </a:lvl4pPr>
            <a:lvl5pPr lvl="4" rtl="0" algn="ctr">
              <a:lnSpc>
                <a:spcPct val="125000"/>
              </a:lnSpc>
              <a:spcBef>
                <a:spcPts val="0"/>
              </a:spcBef>
              <a:spcAft>
                <a:spcPts val="0"/>
              </a:spcAft>
              <a:buSzPts val="3600"/>
              <a:buNone/>
              <a:defRPr sz="3600"/>
            </a:lvl5pPr>
            <a:lvl6pPr lvl="5" rtl="0" algn="ctr">
              <a:lnSpc>
                <a:spcPct val="125000"/>
              </a:lnSpc>
              <a:spcBef>
                <a:spcPts val="0"/>
              </a:spcBef>
              <a:spcAft>
                <a:spcPts val="0"/>
              </a:spcAft>
              <a:buSzPts val="3600"/>
              <a:buNone/>
              <a:defRPr sz="3600"/>
            </a:lvl6pPr>
            <a:lvl7pPr lvl="6" rtl="0" algn="ctr">
              <a:lnSpc>
                <a:spcPct val="125000"/>
              </a:lnSpc>
              <a:spcBef>
                <a:spcPts val="0"/>
              </a:spcBef>
              <a:spcAft>
                <a:spcPts val="0"/>
              </a:spcAft>
              <a:buSzPts val="3600"/>
              <a:buNone/>
              <a:defRPr sz="3600"/>
            </a:lvl7pPr>
            <a:lvl8pPr lvl="7" rtl="0" algn="ctr">
              <a:lnSpc>
                <a:spcPct val="125000"/>
              </a:lnSpc>
              <a:spcBef>
                <a:spcPts val="0"/>
              </a:spcBef>
              <a:spcAft>
                <a:spcPts val="0"/>
              </a:spcAft>
              <a:buSzPts val="3600"/>
              <a:buNone/>
              <a:defRPr sz="3600"/>
            </a:lvl8pPr>
            <a:lvl9pPr lvl="8" rtl="0" algn="ctr">
              <a:lnSpc>
                <a:spcPct val="125000"/>
              </a:lnSpc>
              <a:spcBef>
                <a:spcPts val="0"/>
              </a:spcBef>
              <a:spcAft>
                <a:spcPts val="0"/>
              </a:spcAft>
              <a:buSzPts val="3600"/>
              <a:buNone/>
              <a:defRPr sz="3600"/>
            </a:lvl9pPr>
          </a:lstStyle>
          <a:p/>
        </p:txBody>
      </p:sp>
      <p:sp>
        <p:nvSpPr>
          <p:cNvPr id="417" name="Google Shape;417;p71"/>
          <p:cNvSpPr txBox="1"/>
          <p:nvPr>
            <p:ph idx="1" type="subTitle"/>
          </p:nvPr>
        </p:nvSpPr>
        <p:spPr>
          <a:xfrm>
            <a:off x="1527048" y="7543800"/>
            <a:ext cx="133776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sz="1800"/>
            </a:lvl1pPr>
            <a:lvl2pPr lvl="1" rtl="0">
              <a:lnSpc>
                <a:spcPct val="125000"/>
              </a:lnSpc>
              <a:spcBef>
                <a:spcPts val="0"/>
              </a:spcBef>
              <a:spcAft>
                <a:spcPts val="0"/>
              </a:spcAft>
              <a:buNone/>
              <a:defRPr sz="1800"/>
            </a:lvl2pPr>
            <a:lvl3pPr lvl="2" rtl="0">
              <a:lnSpc>
                <a:spcPct val="125000"/>
              </a:lnSpc>
              <a:spcBef>
                <a:spcPts val="0"/>
              </a:spcBef>
              <a:spcAft>
                <a:spcPts val="0"/>
              </a:spcAft>
              <a:buNone/>
              <a:defRPr sz="1800"/>
            </a:lvl3pPr>
            <a:lvl4pPr lvl="3" rtl="0">
              <a:lnSpc>
                <a:spcPct val="125000"/>
              </a:lnSpc>
              <a:spcBef>
                <a:spcPts val="0"/>
              </a:spcBef>
              <a:spcAft>
                <a:spcPts val="0"/>
              </a:spcAft>
              <a:buNone/>
              <a:defRPr sz="1800"/>
            </a:lvl4pPr>
            <a:lvl5pPr lvl="4" rtl="0">
              <a:lnSpc>
                <a:spcPct val="125000"/>
              </a:lnSpc>
              <a:spcBef>
                <a:spcPts val="0"/>
              </a:spcBef>
              <a:spcAft>
                <a:spcPts val="0"/>
              </a:spcAft>
              <a:buNone/>
              <a:defRPr sz="1800"/>
            </a:lvl5pPr>
            <a:lvl6pPr lvl="5" rtl="0">
              <a:lnSpc>
                <a:spcPct val="125000"/>
              </a:lnSpc>
              <a:spcBef>
                <a:spcPts val="0"/>
              </a:spcBef>
              <a:spcAft>
                <a:spcPts val="0"/>
              </a:spcAft>
              <a:buNone/>
              <a:defRPr sz="1800"/>
            </a:lvl6pPr>
            <a:lvl7pPr lvl="6" rtl="0">
              <a:lnSpc>
                <a:spcPct val="125000"/>
              </a:lnSpc>
              <a:spcBef>
                <a:spcPts val="0"/>
              </a:spcBef>
              <a:spcAft>
                <a:spcPts val="0"/>
              </a:spcAft>
              <a:buNone/>
              <a:defRPr sz="1800"/>
            </a:lvl7pPr>
            <a:lvl8pPr lvl="7" rtl="0">
              <a:lnSpc>
                <a:spcPct val="125000"/>
              </a:lnSpc>
              <a:spcBef>
                <a:spcPts val="0"/>
              </a:spcBef>
              <a:spcAft>
                <a:spcPts val="0"/>
              </a:spcAft>
              <a:buNone/>
              <a:defRPr sz="1800"/>
            </a:lvl8pPr>
            <a:lvl9pPr lvl="8" rtl="0">
              <a:lnSpc>
                <a:spcPct val="125000"/>
              </a:lnSpc>
              <a:spcBef>
                <a:spcPts val="0"/>
              </a:spcBef>
              <a:spcAft>
                <a:spcPts val="0"/>
              </a:spcAft>
              <a:buNone/>
              <a:defRPr sz="1800"/>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4_Section">
  <p:cSld name="SECTION_HEADER_2_3_2">
    <p:bg>
      <p:bgPr>
        <a:solidFill>
          <a:schemeClr val="accent3"/>
        </a:solidFill>
      </p:bgPr>
    </p:bg>
    <p:spTree>
      <p:nvGrpSpPr>
        <p:cNvPr id="418" name="Shape 418"/>
        <p:cNvGrpSpPr/>
        <p:nvPr/>
      </p:nvGrpSpPr>
      <p:grpSpPr>
        <a:xfrm>
          <a:off x="0" y="0"/>
          <a:ext cx="0" cy="0"/>
          <a:chOff x="0" y="0"/>
          <a:chExt cx="0" cy="0"/>
        </a:xfrm>
      </p:grpSpPr>
      <p:sp>
        <p:nvSpPr>
          <p:cNvPr id="419" name="Google Shape;419;p72"/>
          <p:cNvSpPr txBox="1"/>
          <p:nvPr>
            <p:ph type="ctrTitle"/>
          </p:nvPr>
        </p:nvSpPr>
        <p:spPr>
          <a:xfrm>
            <a:off x="1527048" y="4207788"/>
            <a:ext cx="11964900" cy="1719000"/>
          </a:xfrm>
          <a:prstGeom prst="rect">
            <a:avLst/>
          </a:prstGeom>
        </p:spPr>
        <p:txBody>
          <a:bodyPr anchorCtr="0" anchor="ctr"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_Text">
  <p:cSld name="TITLE_AND_BODY_1_3">
    <p:bg>
      <p:bgPr>
        <a:solidFill>
          <a:schemeClr val="accent3"/>
        </a:solidFill>
      </p:bgPr>
    </p:bg>
    <p:spTree>
      <p:nvGrpSpPr>
        <p:cNvPr id="420" name="Shape 420"/>
        <p:cNvGrpSpPr/>
        <p:nvPr/>
      </p:nvGrpSpPr>
      <p:grpSpPr>
        <a:xfrm>
          <a:off x="0" y="0"/>
          <a:ext cx="0" cy="0"/>
          <a:chOff x="0" y="0"/>
          <a:chExt cx="0" cy="0"/>
        </a:xfrm>
      </p:grpSpPr>
      <p:sp>
        <p:nvSpPr>
          <p:cNvPr id="421" name="Google Shape;421;p73"/>
          <p:cNvSpPr txBox="1"/>
          <p:nvPr>
            <p:ph type="title"/>
          </p:nvPr>
        </p:nvSpPr>
        <p:spPr>
          <a:xfrm>
            <a:off x="1527048" y="2532888"/>
            <a:ext cx="14785800" cy="850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422" name="Google Shape;422;p73"/>
          <p:cNvSpPr txBox="1"/>
          <p:nvPr>
            <p:ph idx="1" type="body"/>
          </p:nvPr>
        </p:nvSpPr>
        <p:spPr>
          <a:xfrm>
            <a:off x="1527048" y="4014216"/>
            <a:ext cx="147858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23" name="Google Shape;423;p73"/>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_Text (Two-Thirds)">
  <p:cSld name="TITLE_AND_BODY_1_1_3">
    <p:bg>
      <p:bgPr>
        <a:solidFill>
          <a:schemeClr val="accent3"/>
        </a:solidFill>
      </p:bgPr>
    </p:bg>
    <p:spTree>
      <p:nvGrpSpPr>
        <p:cNvPr id="424" name="Shape 424"/>
        <p:cNvGrpSpPr/>
        <p:nvPr/>
      </p:nvGrpSpPr>
      <p:grpSpPr>
        <a:xfrm>
          <a:off x="0" y="0"/>
          <a:ext cx="0" cy="0"/>
          <a:chOff x="0" y="0"/>
          <a:chExt cx="0" cy="0"/>
        </a:xfrm>
      </p:grpSpPr>
      <p:sp>
        <p:nvSpPr>
          <p:cNvPr id="425" name="Google Shape;425;p74"/>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26" name="Google Shape;426;p74"/>
          <p:cNvSpPr txBox="1"/>
          <p:nvPr>
            <p:ph type="title"/>
          </p:nvPr>
        </p:nvSpPr>
        <p:spPr>
          <a:xfrm>
            <a:off x="1527050" y="2532888"/>
            <a:ext cx="8912400" cy="17100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427" name="Google Shape;427;p74"/>
          <p:cNvSpPr txBox="1"/>
          <p:nvPr>
            <p:ph idx="2" type="body"/>
          </p:nvPr>
        </p:nvSpPr>
        <p:spPr>
          <a:xfrm>
            <a:off x="1527050" y="4864606"/>
            <a:ext cx="89124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6_Text (Half)">
  <p:cSld name="TITLE_AND_BODY_2_5">
    <p:bg>
      <p:bgPr>
        <a:solidFill>
          <a:schemeClr val="accent3"/>
        </a:solidFill>
      </p:bgPr>
    </p:bg>
    <p:spTree>
      <p:nvGrpSpPr>
        <p:cNvPr id="428" name="Shape 428"/>
        <p:cNvGrpSpPr/>
        <p:nvPr/>
      </p:nvGrpSpPr>
      <p:grpSpPr>
        <a:xfrm>
          <a:off x="0" y="0"/>
          <a:ext cx="0" cy="0"/>
          <a:chOff x="0" y="0"/>
          <a:chExt cx="0" cy="0"/>
        </a:xfrm>
      </p:grpSpPr>
      <p:sp>
        <p:nvSpPr>
          <p:cNvPr id="429" name="Google Shape;429;p75"/>
          <p:cNvSpPr txBox="1"/>
          <p:nvPr>
            <p:ph type="title"/>
          </p:nvPr>
        </p:nvSpPr>
        <p:spPr>
          <a:xfrm>
            <a:off x="777240" y="2532888"/>
            <a:ext cx="7745100" cy="17100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430" name="Google Shape;430;p75"/>
          <p:cNvSpPr txBox="1"/>
          <p:nvPr>
            <p:ph idx="1" type="body"/>
          </p:nvPr>
        </p:nvSpPr>
        <p:spPr>
          <a:xfrm>
            <a:off x="777240" y="4864608"/>
            <a:ext cx="7745100" cy="46176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31" name="Google Shape;431;p75"/>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9_Text (Third)">
  <p:cSld name="TITLE_AND_BODY_2_1_3">
    <p:bg>
      <p:bgPr>
        <a:solidFill>
          <a:schemeClr val="accent3"/>
        </a:solidFill>
      </p:bgPr>
    </p:bg>
    <p:spTree>
      <p:nvGrpSpPr>
        <p:cNvPr id="432" name="Shape 432"/>
        <p:cNvGrpSpPr/>
        <p:nvPr/>
      </p:nvGrpSpPr>
      <p:grpSpPr>
        <a:xfrm>
          <a:off x="0" y="0"/>
          <a:ext cx="0" cy="0"/>
          <a:chOff x="0" y="0"/>
          <a:chExt cx="0" cy="0"/>
        </a:xfrm>
      </p:grpSpPr>
      <p:sp>
        <p:nvSpPr>
          <p:cNvPr id="433" name="Google Shape;433;p76"/>
          <p:cNvSpPr txBox="1"/>
          <p:nvPr>
            <p:ph type="title"/>
          </p:nvPr>
        </p:nvSpPr>
        <p:spPr>
          <a:xfrm>
            <a:off x="777240" y="2532888"/>
            <a:ext cx="4928700" cy="2569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434" name="Google Shape;434;p76"/>
          <p:cNvSpPr txBox="1"/>
          <p:nvPr>
            <p:ph idx="1" type="body"/>
          </p:nvPr>
        </p:nvSpPr>
        <p:spPr>
          <a:xfrm>
            <a:off x="777240" y="5742432"/>
            <a:ext cx="49287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35" name="Google Shape;435;p76"/>
          <p:cNvSpPr txBox="1"/>
          <p:nvPr>
            <p:ph idx="2"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2_Columns (Two)">
  <p:cSld name="TITLE_AND_BODY_2_2_3">
    <p:bg>
      <p:bgPr>
        <a:solidFill>
          <a:schemeClr val="accent3"/>
        </a:solidFill>
      </p:bgPr>
    </p:bg>
    <p:spTree>
      <p:nvGrpSpPr>
        <p:cNvPr id="436" name="Shape 436"/>
        <p:cNvGrpSpPr/>
        <p:nvPr/>
      </p:nvGrpSpPr>
      <p:grpSpPr>
        <a:xfrm>
          <a:off x="0" y="0"/>
          <a:ext cx="0" cy="0"/>
          <a:chOff x="0" y="0"/>
          <a:chExt cx="0" cy="0"/>
        </a:xfrm>
      </p:grpSpPr>
      <p:sp>
        <p:nvSpPr>
          <p:cNvPr id="437" name="Google Shape;437;p77"/>
          <p:cNvSpPr txBox="1"/>
          <p:nvPr>
            <p:ph type="title"/>
          </p:nvPr>
        </p:nvSpPr>
        <p:spPr>
          <a:xfrm>
            <a:off x="1527048" y="2532888"/>
            <a:ext cx="6336900" cy="2569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438" name="Google Shape;438;p77"/>
          <p:cNvSpPr txBox="1"/>
          <p:nvPr>
            <p:ph idx="1" type="body"/>
          </p:nvPr>
        </p:nvSpPr>
        <p:spPr>
          <a:xfrm>
            <a:off x="1527048" y="5751576"/>
            <a:ext cx="63369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39" name="Google Shape;439;p77"/>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40" name="Google Shape;440;p77"/>
          <p:cNvSpPr txBox="1"/>
          <p:nvPr>
            <p:ph idx="3" type="title"/>
          </p:nvPr>
        </p:nvSpPr>
        <p:spPr>
          <a:xfrm>
            <a:off x="10433304" y="2532888"/>
            <a:ext cx="6336900" cy="2569500"/>
          </a:xfrm>
          <a:prstGeom prst="rect">
            <a:avLst/>
          </a:prstGeom>
        </p:spPr>
        <p:txBody>
          <a:bodyPr anchorCtr="0" anchor="b" bIns="0" lIns="0" spcFirstLastPara="1" rIns="0" wrap="square" tIns="0">
            <a:noAutofit/>
          </a:bodyPr>
          <a:lstStyle>
            <a:lvl1pPr lvl="0" rtl="0">
              <a:spcBef>
                <a:spcPts val="0"/>
              </a:spcBef>
              <a:spcAft>
                <a:spcPts val="0"/>
              </a:spcAft>
              <a:buSzPts val="5600"/>
              <a:buNone/>
              <a:defRPr/>
            </a:lvl1pPr>
            <a:lvl2pPr lvl="1" rtl="0">
              <a:spcBef>
                <a:spcPts val="0"/>
              </a:spcBef>
              <a:spcAft>
                <a:spcPts val="0"/>
              </a:spcAft>
              <a:buSzPts val="5600"/>
              <a:buNone/>
              <a:defRPr/>
            </a:lvl2pPr>
            <a:lvl3pPr lvl="2" rtl="0">
              <a:spcBef>
                <a:spcPts val="0"/>
              </a:spcBef>
              <a:spcAft>
                <a:spcPts val="0"/>
              </a:spcAft>
              <a:buSzPts val="5600"/>
              <a:buNone/>
              <a:defRPr/>
            </a:lvl3pPr>
            <a:lvl4pPr lvl="3" rtl="0">
              <a:spcBef>
                <a:spcPts val="0"/>
              </a:spcBef>
              <a:spcAft>
                <a:spcPts val="0"/>
              </a:spcAft>
              <a:buSzPts val="5600"/>
              <a:buNone/>
              <a:defRPr/>
            </a:lvl4pPr>
            <a:lvl5pPr lvl="4" rtl="0">
              <a:spcBef>
                <a:spcPts val="0"/>
              </a:spcBef>
              <a:spcAft>
                <a:spcPts val="0"/>
              </a:spcAft>
              <a:buSzPts val="5600"/>
              <a:buNone/>
              <a:defRPr/>
            </a:lvl5pPr>
            <a:lvl6pPr lvl="5" rtl="0">
              <a:spcBef>
                <a:spcPts val="0"/>
              </a:spcBef>
              <a:spcAft>
                <a:spcPts val="0"/>
              </a:spcAft>
              <a:buSzPts val="5600"/>
              <a:buNone/>
              <a:defRPr/>
            </a:lvl6pPr>
            <a:lvl7pPr lvl="6" rtl="0">
              <a:spcBef>
                <a:spcPts val="0"/>
              </a:spcBef>
              <a:spcAft>
                <a:spcPts val="0"/>
              </a:spcAft>
              <a:buSzPts val="5600"/>
              <a:buNone/>
              <a:defRPr/>
            </a:lvl7pPr>
            <a:lvl8pPr lvl="7" rtl="0">
              <a:spcBef>
                <a:spcPts val="0"/>
              </a:spcBef>
              <a:spcAft>
                <a:spcPts val="0"/>
              </a:spcAft>
              <a:buSzPts val="5600"/>
              <a:buNone/>
              <a:defRPr/>
            </a:lvl8pPr>
            <a:lvl9pPr lvl="8" rtl="0">
              <a:spcBef>
                <a:spcPts val="0"/>
              </a:spcBef>
              <a:spcAft>
                <a:spcPts val="0"/>
              </a:spcAft>
              <a:buSzPts val="5600"/>
              <a:buNone/>
              <a:defRPr/>
            </a:lvl9pPr>
          </a:lstStyle>
          <a:p/>
        </p:txBody>
      </p:sp>
      <p:sp>
        <p:nvSpPr>
          <p:cNvPr id="441" name="Google Shape;441;p77"/>
          <p:cNvSpPr txBox="1"/>
          <p:nvPr>
            <p:ph idx="4" type="body"/>
          </p:nvPr>
        </p:nvSpPr>
        <p:spPr>
          <a:xfrm>
            <a:off x="10433304" y="5751576"/>
            <a:ext cx="6336900" cy="37443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5_Columns (Three)">
  <p:cSld name="TITLE_AND_BODY_2_2_1_4">
    <p:bg>
      <p:bgPr>
        <a:solidFill>
          <a:schemeClr val="accent3"/>
        </a:solidFill>
      </p:bgPr>
    </p:bg>
    <p:spTree>
      <p:nvGrpSpPr>
        <p:cNvPr id="442" name="Shape 442"/>
        <p:cNvGrpSpPr/>
        <p:nvPr/>
      </p:nvGrpSpPr>
      <p:grpSpPr>
        <a:xfrm>
          <a:off x="0" y="0"/>
          <a:ext cx="0" cy="0"/>
          <a:chOff x="0" y="0"/>
          <a:chExt cx="0" cy="0"/>
        </a:xfrm>
      </p:grpSpPr>
      <p:sp>
        <p:nvSpPr>
          <p:cNvPr id="443" name="Google Shape;443;p78"/>
          <p:cNvSpPr txBox="1"/>
          <p:nvPr>
            <p:ph type="title"/>
          </p:nvPr>
        </p:nvSpPr>
        <p:spPr>
          <a:xfrm>
            <a:off x="1161288"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44" name="Google Shape;444;p78"/>
          <p:cNvSpPr txBox="1"/>
          <p:nvPr>
            <p:ph idx="1" type="body"/>
          </p:nvPr>
        </p:nvSpPr>
        <p:spPr>
          <a:xfrm>
            <a:off x="1161288"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45" name="Google Shape;445;p78"/>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46" name="Google Shape;446;p78"/>
          <p:cNvSpPr txBox="1"/>
          <p:nvPr>
            <p:ph idx="3" type="title"/>
          </p:nvPr>
        </p:nvSpPr>
        <p:spPr>
          <a:xfrm>
            <a:off x="7095744"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47" name="Google Shape;447;p78"/>
          <p:cNvSpPr txBox="1"/>
          <p:nvPr>
            <p:ph idx="4" type="body"/>
          </p:nvPr>
        </p:nvSpPr>
        <p:spPr>
          <a:xfrm>
            <a:off x="7095744"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48" name="Google Shape;448;p78"/>
          <p:cNvSpPr txBox="1"/>
          <p:nvPr>
            <p:ph idx="5" type="title"/>
          </p:nvPr>
        </p:nvSpPr>
        <p:spPr>
          <a:xfrm>
            <a:off x="13039344" y="2505456"/>
            <a:ext cx="42246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49" name="Google Shape;449;p78"/>
          <p:cNvSpPr txBox="1"/>
          <p:nvPr>
            <p:ph idx="6" type="body"/>
          </p:nvPr>
        </p:nvSpPr>
        <p:spPr>
          <a:xfrm>
            <a:off x="13039344" y="4956048"/>
            <a:ext cx="4224600" cy="44334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8_Columns (Four)">
  <p:cSld name="TITLE_AND_BODY_2_2_1_1_2">
    <p:bg>
      <p:bgPr>
        <a:solidFill>
          <a:schemeClr val="accent3"/>
        </a:solidFill>
      </p:bgPr>
    </p:bg>
    <p:spTree>
      <p:nvGrpSpPr>
        <p:cNvPr id="450" name="Shape 450"/>
        <p:cNvGrpSpPr/>
        <p:nvPr/>
      </p:nvGrpSpPr>
      <p:grpSpPr>
        <a:xfrm>
          <a:off x="0" y="0"/>
          <a:ext cx="0" cy="0"/>
          <a:chOff x="0" y="0"/>
          <a:chExt cx="0" cy="0"/>
        </a:xfrm>
      </p:grpSpPr>
      <p:sp>
        <p:nvSpPr>
          <p:cNvPr id="451" name="Google Shape;451;p79"/>
          <p:cNvSpPr txBox="1"/>
          <p:nvPr>
            <p:ph type="title"/>
          </p:nvPr>
        </p:nvSpPr>
        <p:spPr>
          <a:xfrm>
            <a:off x="116128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52" name="Google Shape;452;p79"/>
          <p:cNvSpPr txBox="1"/>
          <p:nvPr>
            <p:ph idx="1" type="body"/>
          </p:nvPr>
        </p:nvSpPr>
        <p:spPr>
          <a:xfrm>
            <a:off x="116128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53" name="Google Shape;453;p79"/>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54" name="Google Shape;454;p79"/>
          <p:cNvSpPr txBox="1"/>
          <p:nvPr>
            <p:ph idx="3" type="title"/>
          </p:nvPr>
        </p:nvSpPr>
        <p:spPr>
          <a:xfrm>
            <a:off x="536752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55" name="Google Shape;455;p79"/>
          <p:cNvSpPr txBox="1"/>
          <p:nvPr>
            <p:ph idx="4" type="body"/>
          </p:nvPr>
        </p:nvSpPr>
        <p:spPr>
          <a:xfrm>
            <a:off x="536752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56" name="Google Shape;456;p79"/>
          <p:cNvSpPr txBox="1"/>
          <p:nvPr>
            <p:ph idx="5" type="title"/>
          </p:nvPr>
        </p:nvSpPr>
        <p:spPr>
          <a:xfrm>
            <a:off x="957376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57" name="Google Shape;457;p79"/>
          <p:cNvSpPr txBox="1"/>
          <p:nvPr>
            <p:ph idx="6" type="body"/>
          </p:nvPr>
        </p:nvSpPr>
        <p:spPr>
          <a:xfrm>
            <a:off x="957376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58" name="Google Shape;458;p79"/>
          <p:cNvSpPr txBox="1"/>
          <p:nvPr>
            <p:ph idx="7" type="title"/>
          </p:nvPr>
        </p:nvSpPr>
        <p:spPr>
          <a:xfrm>
            <a:off x="13780008" y="2487168"/>
            <a:ext cx="3429000" cy="18927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59" name="Google Shape;459;p79"/>
          <p:cNvSpPr txBox="1"/>
          <p:nvPr>
            <p:ph idx="8" type="body"/>
          </p:nvPr>
        </p:nvSpPr>
        <p:spPr>
          <a:xfrm>
            <a:off x="13780008" y="4782312"/>
            <a:ext cx="3429000" cy="4553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_Points (Two)">
  <p:cSld name="TITLE_AND_BODY_2_2_1_2_2_2">
    <p:bg>
      <p:bgPr>
        <a:solidFill>
          <a:schemeClr val="accent3"/>
        </a:solidFill>
      </p:bgPr>
    </p:bg>
    <p:spTree>
      <p:nvGrpSpPr>
        <p:cNvPr id="460" name="Shape 460"/>
        <p:cNvGrpSpPr/>
        <p:nvPr/>
      </p:nvGrpSpPr>
      <p:grpSpPr>
        <a:xfrm>
          <a:off x="0" y="0"/>
          <a:ext cx="0" cy="0"/>
          <a:chOff x="0" y="0"/>
          <a:chExt cx="0" cy="0"/>
        </a:xfrm>
      </p:grpSpPr>
      <p:sp>
        <p:nvSpPr>
          <p:cNvPr id="461" name="Google Shape;461;p80"/>
          <p:cNvSpPr txBox="1"/>
          <p:nvPr>
            <p:ph type="title"/>
          </p:nvPr>
        </p:nvSpPr>
        <p:spPr>
          <a:xfrm>
            <a:off x="1517904" y="6364224"/>
            <a:ext cx="6336900" cy="12510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62" name="Google Shape;462;p80"/>
          <p:cNvSpPr txBox="1"/>
          <p:nvPr>
            <p:ph idx="1" type="body"/>
          </p:nvPr>
        </p:nvSpPr>
        <p:spPr>
          <a:xfrm>
            <a:off x="1517904" y="7845553"/>
            <a:ext cx="6336900" cy="1691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63" name="Google Shape;463;p80"/>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64" name="Google Shape;464;p80"/>
          <p:cNvSpPr txBox="1"/>
          <p:nvPr>
            <p:ph idx="3" type="title"/>
          </p:nvPr>
        </p:nvSpPr>
        <p:spPr>
          <a:xfrm>
            <a:off x="10433304" y="6364224"/>
            <a:ext cx="6336900" cy="12510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3600"/>
              <a:buNone/>
              <a:defRPr sz="3600"/>
            </a:lvl1pPr>
            <a:lvl2pPr lvl="1" rtl="0">
              <a:lnSpc>
                <a:spcPct val="115000"/>
              </a:lnSpc>
              <a:spcBef>
                <a:spcPts val="0"/>
              </a:spcBef>
              <a:spcAft>
                <a:spcPts val="0"/>
              </a:spcAft>
              <a:buSzPts val="3600"/>
              <a:buNone/>
              <a:defRPr sz="3600"/>
            </a:lvl2pPr>
            <a:lvl3pPr lvl="2" rtl="0">
              <a:lnSpc>
                <a:spcPct val="115000"/>
              </a:lnSpc>
              <a:spcBef>
                <a:spcPts val="0"/>
              </a:spcBef>
              <a:spcAft>
                <a:spcPts val="0"/>
              </a:spcAft>
              <a:buSzPts val="3600"/>
              <a:buNone/>
              <a:defRPr sz="3600"/>
            </a:lvl3pPr>
            <a:lvl4pPr lvl="3" rtl="0">
              <a:lnSpc>
                <a:spcPct val="115000"/>
              </a:lnSpc>
              <a:spcBef>
                <a:spcPts val="0"/>
              </a:spcBef>
              <a:spcAft>
                <a:spcPts val="0"/>
              </a:spcAft>
              <a:buSzPts val="3600"/>
              <a:buNone/>
              <a:defRPr sz="3600"/>
            </a:lvl4pPr>
            <a:lvl5pPr lvl="4" rtl="0">
              <a:lnSpc>
                <a:spcPct val="115000"/>
              </a:lnSpc>
              <a:spcBef>
                <a:spcPts val="0"/>
              </a:spcBef>
              <a:spcAft>
                <a:spcPts val="0"/>
              </a:spcAft>
              <a:buSzPts val="3600"/>
              <a:buNone/>
              <a:defRPr sz="3600"/>
            </a:lvl5pPr>
            <a:lvl6pPr lvl="5" rtl="0">
              <a:lnSpc>
                <a:spcPct val="115000"/>
              </a:lnSpc>
              <a:spcBef>
                <a:spcPts val="0"/>
              </a:spcBef>
              <a:spcAft>
                <a:spcPts val="0"/>
              </a:spcAft>
              <a:buSzPts val="3600"/>
              <a:buNone/>
              <a:defRPr sz="3600"/>
            </a:lvl6pPr>
            <a:lvl7pPr lvl="6" rtl="0">
              <a:lnSpc>
                <a:spcPct val="115000"/>
              </a:lnSpc>
              <a:spcBef>
                <a:spcPts val="0"/>
              </a:spcBef>
              <a:spcAft>
                <a:spcPts val="0"/>
              </a:spcAft>
              <a:buSzPts val="3600"/>
              <a:buNone/>
              <a:defRPr sz="3600"/>
            </a:lvl7pPr>
            <a:lvl8pPr lvl="7" rtl="0">
              <a:lnSpc>
                <a:spcPct val="115000"/>
              </a:lnSpc>
              <a:spcBef>
                <a:spcPts val="0"/>
              </a:spcBef>
              <a:spcAft>
                <a:spcPts val="0"/>
              </a:spcAft>
              <a:buSzPts val="3600"/>
              <a:buNone/>
              <a:defRPr sz="3600"/>
            </a:lvl8pPr>
            <a:lvl9pPr lvl="8" rtl="0">
              <a:lnSpc>
                <a:spcPct val="115000"/>
              </a:lnSpc>
              <a:spcBef>
                <a:spcPts val="0"/>
              </a:spcBef>
              <a:spcAft>
                <a:spcPts val="0"/>
              </a:spcAft>
              <a:buSzPts val="3600"/>
              <a:buNone/>
              <a:defRPr sz="3600"/>
            </a:lvl9pPr>
          </a:lstStyle>
          <a:p/>
        </p:txBody>
      </p:sp>
      <p:sp>
        <p:nvSpPr>
          <p:cNvPr id="465" name="Google Shape;465;p80"/>
          <p:cNvSpPr txBox="1"/>
          <p:nvPr>
            <p:ph idx="4" type="body"/>
          </p:nvPr>
        </p:nvSpPr>
        <p:spPr>
          <a:xfrm>
            <a:off x="10433304" y="7845552"/>
            <a:ext cx="6336900" cy="1691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4_Points (Three)">
  <p:cSld name="TITLE_AND_BODY_2_2_1_2_4">
    <p:bg>
      <p:bgPr>
        <a:solidFill>
          <a:schemeClr val="accent3"/>
        </a:solidFill>
      </p:bgPr>
    </p:bg>
    <p:spTree>
      <p:nvGrpSpPr>
        <p:cNvPr id="466" name="Shape 466"/>
        <p:cNvGrpSpPr/>
        <p:nvPr/>
      </p:nvGrpSpPr>
      <p:grpSpPr>
        <a:xfrm>
          <a:off x="0" y="0"/>
          <a:ext cx="0" cy="0"/>
          <a:chOff x="0" y="0"/>
          <a:chExt cx="0" cy="0"/>
        </a:xfrm>
      </p:grpSpPr>
      <p:sp>
        <p:nvSpPr>
          <p:cNvPr id="467" name="Google Shape;467;p81"/>
          <p:cNvSpPr txBox="1"/>
          <p:nvPr>
            <p:ph type="title"/>
          </p:nvPr>
        </p:nvSpPr>
        <p:spPr>
          <a:xfrm>
            <a:off x="1161288"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468" name="Google Shape;468;p81"/>
          <p:cNvSpPr txBox="1"/>
          <p:nvPr>
            <p:ph idx="1" type="body"/>
          </p:nvPr>
        </p:nvSpPr>
        <p:spPr>
          <a:xfrm>
            <a:off x="1161288" y="7086601"/>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69" name="Google Shape;469;p81"/>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70" name="Google Shape;470;p81"/>
          <p:cNvSpPr txBox="1"/>
          <p:nvPr>
            <p:ph idx="3" type="title"/>
          </p:nvPr>
        </p:nvSpPr>
        <p:spPr>
          <a:xfrm>
            <a:off x="6729984"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471" name="Google Shape;471;p81"/>
          <p:cNvSpPr txBox="1"/>
          <p:nvPr>
            <p:ph idx="4" type="body"/>
          </p:nvPr>
        </p:nvSpPr>
        <p:spPr>
          <a:xfrm>
            <a:off x="6729984" y="7086600"/>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72" name="Google Shape;472;p81"/>
          <p:cNvSpPr txBox="1"/>
          <p:nvPr>
            <p:ph idx="5" type="title"/>
          </p:nvPr>
        </p:nvSpPr>
        <p:spPr>
          <a:xfrm>
            <a:off x="12298680" y="5897880"/>
            <a:ext cx="48279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473" name="Google Shape;473;p81"/>
          <p:cNvSpPr txBox="1"/>
          <p:nvPr>
            <p:ph idx="6" type="body"/>
          </p:nvPr>
        </p:nvSpPr>
        <p:spPr>
          <a:xfrm>
            <a:off x="12298680" y="7086601"/>
            <a:ext cx="4827900" cy="23157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7_Points (Four)">
  <p:cSld name="TITLE_AND_BODY_2_2_1_2_1_3">
    <p:bg>
      <p:bgPr>
        <a:solidFill>
          <a:schemeClr val="accent3"/>
        </a:solidFill>
      </p:bgPr>
    </p:bg>
    <p:spTree>
      <p:nvGrpSpPr>
        <p:cNvPr id="474" name="Shape 474"/>
        <p:cNvGrpSpPr/>
        <p:nvPr/>
      </p:nvGrpSpPr>
      <p:grpSpPr>
        <a:xfrm>
          <a:off x="0" y="0"/>
          <a:ext cx="0" cy="0"/>
          <a:chOff x="0" y="0"/>
          <a:chExt cx="0" cy="0"/>
        </a:xfrm>
      </p:grpSpPr>
      <p:sp>
        <p:nvSpPr>
          <p:cNvPr id="475" name="Google Shape;475;p82"/>
          <p:cNvSpPr txBox="1"/>
          <p:nvPr>
            <p:ph type="title"/>
          </p:nvPr>
        </p:nvSpPr>
        <p:spPr>
          <a:xfrm>
            <a:off x="116128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476" name="Google Shape;476;p82"/>
          <p:cNvSpPr txBox="1"/>
          <p:nvPr>
            <p:ph idx="1" type="body"/>
          </p:nvPr>
        </p:nvSpPr>
        <p:spPr>
          <a:xfrm>
            <a:off x="116128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77" name="Google Shape;477;p82"/>
          <p:cNvSpPr txBox="1"/>
          <p:nvPr>
            <p:ph idx="2"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78" name="Google Shape;478;p82"/>
          <p:cNvSpPr txBox="1"/>
          <p:nvPr>
            <p:ph idx="3" type="title"/>
          </p:nvPr>
        </p:nvSpPr>
        <p:spPr>
          <a:xfrm>
            <a:off x="536752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479" name="Google Shape;479;p82"/>
          <p:cNvSpPr txBox="1"/>
          <p:nvPr>
            <p:ph idx="4" type="body"/>
          </p:nvPr>
        </p:nvSpPr>
        <p:spPr>
          <a:xfrm>
            <a:off x="536752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80" name="Google Shape;480;p82"/>
          <p:cNvSpPr txBox="1"/>
          <p:nvPr>
            <p:ph idx="5" type="title"/>
          </p:nvPr>
        </p:nvSpPr>
        <p:spPr>
          <a:xfrm>
            <a:off x="957376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481" name="Google Shape;481;p82"/>
          <p:cNvSpPr txBox="1"/>
          <p:nvPr>
            <p:ph idx="6" type="body"/>
          </p:nvPr>
        </p:nvSpPr>
        <p:spPr>
          <a:xfrm>
            <a:off x="957376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
        <p:nvSpPr>
          <p:cNvPr id="482" name="Google Shape;482;p82"/>
          <p:cNvSpPr txBox="1"/>
          <p:nvPr>
            <p:ph idx="7" type="title"/>
          </p:nvPr>
        </p:nvSpPr>
        <p:spPr>
          <a:xfrm>
            <a:off x="13780008" y="5897880"/>
            <a:ext cx="3429000" cy="955500"/>
          </a:xfrm>
          <a:prstGeom prst="rect">
            <a:avLst/>
          </a:prstGeom>
        </p:spPr>
        <p:txBody>
          <a:bodyPr anchorCtr="0" anchor="b" bIns="0" lIns="0" spcFirstLastPara="1" rIns="0" wrap="square" tIns="0">
            <a:noAutofit/>
          </a:bodyPr>
          <a:lstStyle>
            <a:lvl1pPr lvl="0" rtl="0">
              <a:lnSpc>
                <a:spcPct val="115000"/>
              </a:lnSpc>
              <a:spcBef>
                <a:spcPts val="0"/>
              </a:spcBef>
              <a:spcAft>
                <a:spcPts val="0"/>
              </a:spcAft>
              <a:buSzPts val="2700"/>
              <a:buNone/>
              <a:defRPr sz="2700"/>
            </a:lvl1pPr>
            <a:lvl2pPr lvl="1" rtl="0">
              <a:lnSpc>
                <a:spcPct val="115000"/>
              </a:lnSpc>
              <a:spcBef>
                <a:spcPts val="0"/>
              </a:spcBef>
              <a:spcAft>
                <a:spcPts val="0"/>
              </a:spcAft>
              <a:buSzPts val="2700"/>
              <a:buNone/>
              <a:defRPr sz="2700"/>
            </a:lvl2pPr>
            <a:lvl3pPr lvl="2" rtl="0">
              <a:lnSpc>
                <a:spcPct val="115000"/>
              </a:lnSpc>
              <a:spcBef>
                <a:spcPts val="0"/>
              </a:spcBef>
              <a:spcAft>
                <a:spcPts val="0"/>
              </a:spcAft>
              <a:buSzPts val="2700"/>
              <a:buNone/>
              <a:defRPr sz="2700"/>
            </a:lvl3pPr>
            <a:lvl4pPr lvl="3" rtl="0">
              <a:lnSpc>
                <a:spcPct val="115000"/>
              </a:lnSpc>
              <a:spcBef>
                <a:spcPts val="0"/>
              </a:spcBef>
              <a:spcAft>
                <a:spcPts val="0"/>
              </a:spcAft>
              <a:buSzPts val="2700"/>
              <a:buNone/>
              <a:defRPr sz="2700"/>
            </a:lvl4pPr>
            <a:lvl5pPr lvl="4" rtl="0">
              <a:lnSpc>
                <a:spcPct val="115000"/>
              </a:lnSpc>
              <a:spcBef>
                <a:spcPts val="0"/>
              </a:spcBef>
              <a:spcAft>
                <a:spcPts val="0"/>
              </a:spcAft>
              <a:buSzPts val="2700"/>
              <a:buNone/>
              <a:defRPr sz="2700"/>
            </a:lvl5pPr>
            <a:lvl6pPr lvl="5" rtl="0">
              <a:lnSpc>
                <a:spcPct val="115000"/>
              </a:lnSpc>
              <a:spcBef>
                <a:spcPts val="0"/>
              </a:spcBef>
              <a:spcAft>
                <a:spcPts val="0"/>
              </a:spcAft>
              <a:buSzPts val="2700"/>
              <a:buNone/>
              <a:defRPr sz="2700"/>
            </a:lvl6pPr>
            <a:lvl7pPr lvl="6" rtl="0">
              <a:lnSpc>
                <a:spcPct val="115000"/>
              </a:lnSpc>
              <a:spcBef>
                <a:spcPts val="0"/>
              </a:spcBef>
              <a:spcAft>
                <a:spcPts val="0"/>
              </a:spcAft>
              <a:buSzPts val="2700"/>
              <a:buNone/>
              <a:defRPr sz="2700"/>
            </a:lvl7pPr>
            <a:lvl8pPr lvl="7" rtl="0">
              <a:lnSpc>
                <a:spcPct val="115000"/>
              </a:lnSpc>
              <a:spcBef>
                <a:spcPts val="0"/>
              </a:spcBef>
              <a:spcAft>
                <a:spcPts val="0"/>
              </a:spcAft>
              <a:buSzPts val="2700"/>
              <a:buNone/>
              <a:defRPr sz="2700"/>
            </a:lvl8pPr>
            <a:lvl9pPr lvl="8" rtl="0">
              <a:lnSpc>
                <a:spcPct val="115000"/>
              </a:lnSpc>
              <a:spcBef>
                <a:spcPts val="0"/>
              </a:spcBef>
              <a:spcAft>
                <a:spcPts val="0"/>
              </a:spcAft>
              <a:buSzPts val="2700"/>
              <a:buNone/>
              <a:defRPr sz="2700"/>
            </a:lvl9pPr>
          </a:lstStyle>
          <a:p/>
        </p:txBody>
      </p:sp>
      <p:sp>
        <p:nvSpPr>
          <p:cNvPr id="483" name="Google Shape;483;p82"/>
          <p:cNvSpPr txBox="1"/>
          <p:nvPr>
            <p:ph idx="8" type="body"/>
          </p:nvPr>
        </p:nvSpPr>
        <p:spPr>
          <a:xfrm>
            <a:off x="13780008" y="7086600"/>
            <a:ext cx="3429000" cy="2318100"/>
          </a:xfrm>
          <a:prstGeom prst="rect">
            <a:avLst/>
          </a:prstGeom>
        </p:spPr>
        <p:txBody>
          <a:bodyPr anchorCtr="0" anchor="t" bIns="0" lIns="0" spcFirstLastPara="1" rIns="0" wrap="square" tIns="0">
            <a:no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42900" lvl="2" marL="1371600" rtl="0">
              <a:spcBef>
                <a:spcPts val="1000"/>
              </a:spcBef>
              <a:spcAft>
                <a:spcPts val="0"/>
              </a:spcAft>
              <a:buSzPts val="1800"/>
              <a:buChar char="﹘"/>
              <a:defRPr/>
            </a:lvl3pPr>
            <a:lvl4pPr indent="-342900" lvl="3" marL="1828800" rtl="0">
              <a:spcBef>
                <a:spcPts val="1000"/>
              </a:spcBef>
              <a:spcAft>
                <a:spcPts val="0"/>
              </a:spcAft>
              <a:buSzPts val="1800"/>
              <a:buChar char="﹘"/>
              <a:defRPr/>
            </a:lvl4pPr>
            <a:lvl5pPr indent="-342900" lvl="4" marL="2286000" rtl="0">
              <a:spcBef>
                <a:spcPts val="1000"/>
              </a:spcBef>
              <a:spcAft>
                <a:spcPts val="0"/>
              </a:spcAft>
              <a:buSzPts val="1800"/>
              <a:buChar char="﹘"/>
              <a:defRPr/>
            </a:lvl5pPr>
            <a:lvl6pPr indent="-342900" lvl="5" marL="2743200" rtl="0">
              <a:spcBef>
                <a:spcPts val="1000"/>
              </a:spcBef>
              <a:spcAft>
                <a:spcPts val="0"/>
              </a:spcAft>
              <a:buSzPts val="1800"/>
              <a:buChar char="﹘"/>
              <a:defRPr/>
            </a:lvl6pPr>
            <a:lvl7pPr indent="-342900" lvl="6" marL="3200400" rtl="0">
              <a:spcBef>
                <a:spcPts val="1000"/>
              </a:spcBef>
              <a:spcAft>
                <a:spcPts val="0"/>
              </a:spcAft>
              <a:buSzPts val="1800"/>
              <a:buChar char="﹘"/>
              <a:defRPr/>
            </a:lvl7pPr>
            <a:lvl8pPr indent="-342900" lvl="7" marL="3657600" rtl="0">
              <a:spcBef>
                <a:spcPts val="1000"/>
              </a:spcBef>
              <a:spcAft>
                <a:spcPts val="0"/>
              </a:spcAft>
              <a:buSzPts val="1800"/>
              <a:buChar char="﹘"/>
              <a:defRPr/>
            </a:lvl8pPr>
            <a:lvl9pPr indent="-342900" lvl="8" marL="4114800" rtl="0">
              <a:spcBef>
                <a:spcPts val="1000"/>
              </a:spcBef>
              <a:spcAft>
                <a:spcPts val="1000"/>
              </a:spcAft>
              <a:buSzPts val="1800"/>
              <a:buChar char="﹘"/>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0_Big Stat">
  <p:cSld name="TITLE_1_4">
    <p:bg>
      <p:bgPr>
        <a:solidFill>
          <a:schemeClr val="accent3"/>
        </a:solidFill>
      </p:bgPr>
    </p:bg>
    <p:spTree>
      <p:nvGrpSpPr>
        <p:cNvPr id="484" name="Shape 484"/>
        <p:cNvGrpSpPr/>
        <p:nvPr/>
      </p:nvGrpSpPr>
      <p:grpSpPr>
        <a:xfrm>
          <a:off x="0" y="0"/>
          <a:ext cx="0" cy="0"/>
          <a:chOff x="0" y="0"/>
          <a:chExt cx="0" cy="0"/>
        </a:xfrm>
      </p:grpSpPr>
      <p:sp>
        <p:nvSpPr>
          <p:cNvPr id="485" name="Google Shape;485;p83"/>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86" name="Google Shape;486;p83"/>
          <p:cNvSpPr txBox="1"/>
          <p:nvPr>
            <p:ph type="ctrTitle"/>
          </p:nvPr>
        </p:nvSpPr>
        <p:spPr>
          <a:xfrm>
            <a:off x="1527050" y="3383275"/>
            <a:ext cx="15222600" cy="2201700"/>
          </a:xfrm>
          <a:prstGeom prst="rect">
            <a:avLst/>
          </a:prstGeom>
        </p:spPr>
        <p:txBody>
          <a:bodyPr anchorCtr="0" anchor="b" bIns="0" lIns="0" spcFirstLastPara="1" rIns="0" wrap="square" tIns="0">
            <a:noAutofit/>
          </a:bodyPr>
          <a:lstStyle>
            <a:lvl1pPr lvl="0" rtl="0" algn="ctr">
              <a:spcBef>
                <a:spcPts val="0"/>
              </a:spcBef>
              <a:spcAft>
                <a:spcPts val="0"/>
              </a:spcAft>
              <a:buSzPts val="14600"/>
              <a:buFont typeface="Optimistic"/>
              <a:buNone/>
              <a:defRPr b="1" sz="14600">
                <a:latin typeface="Optimistic"/>
                <a:ea typeface="Optimistic"/>
                <a:cs typeface="Optimistic"/>
                <a:sym typeface="Optimistic"/>
              </a:defRPr>
            </a:lvl1pPr>
            <a:lvl2pPr lvl="1" rtl="0" algn="ctr">
              <a:spcBef>
                <a:spcPts val="0"/>
              </a:spcBef>
              <a:spcAft>
                <a:spcPts val="0"/>
              </a:spcAft>
              <a:buSzPts val="14600"/>
              <a:buFont typeface="Optimistic"/>
              <a:buNone/>
              <a:defRPr b="1" sz="14600">
                <a:latin typeface="Optimistic"/>
                <a:ea typeface="Optimistic"/>
                <a:cs typeface="Optimistic"/>
                <a:sym typeface="Optimistic"/>
              </a:defRPr>
            </a:lvl2pPr>
            <a:lvl3pPr lvl="2" rtl="0" algn="ctr">
              <a:spcBef>
                <a:spcPts val="0"/>
              </a:spcBef>
              <a:spcAft>
                <a:spcPts val="0"/>
              </a:spcAft>
              <a:buSzPts val="14600"/>
              <a:buFont typeface="Optimistic"/>
              <a:buNone/>
              <a:defRPr b="1" sz="14600">
                <a:latin typeface="Optimistic"/>
                <a:ea typeface="Optimistic"/>
                <a:cs typeface="Optimistic"/>
                <a:sym typeface="Optimistic"/>
              </a:defRPr>
            </a:lvl3pPr>
            <a:lvl4pPr lvl="3" rtl="0" algn="ctr">
              <a:spcBef>
                <a:spcPts val="0"/>
              </a:spcBef>
              <a:spcAft>
                <a:spcPts val="0"/>
              </a:spcAft>
              <a:buSzPts val="14600"/>
              <a:buFont typeface="Optimistic"/>
              <a:buNone/>
              <a:defRPr b="1" sz="14600">
                <a:latin typeface="Optimistic"/>
                <a:ea typeface="Optimistic"/>
                <a:cs typeface="Optimistic"/>
                <a:sym typeface="Optimistic"/>
              </a:defRPr>
            </a:lvl4pPr>
            <a:lvl5pPr lvl="4" rtl="0" algn="ctr">
              <a:spcBef>
                <a:spcPts val="0"/>
              </a:spcBef>
              <a:spcAft>
                <a:spcPts val="0"/>
              </a:spcAft>
              <a:buSzPts val="14600"/>
              <a:buFont typeface="Optimistic"/>
              <a:buNone/>
              <a:defRPr b="1" sz="14600">
                <a:latin typeface="Optimistic"/>
                <a:ea typeface="Optimistic"/>
                <a:cs typeface="Optimistic"/>
                <a:sym typeface="Optimistic"/>
              </a:defRPr>
            </a:lvl5pPr>
            <a:lvl6pPr lvl="5" rtl="0" algn="ctr">
              <a:spcBef>
                <a:spcPts val="0"/>
              </a:spcBef>
              <a:spcAft>
                <a:spcPts val="0"/>
              </a:spcAft>
              <a:buSzPts val="14600"/>
              <a:buFont typeface="Optimistic"/>
              <a:buNone/>
              <a:defRPr b="1" sz="14600">
                <a:latin typeface="Optimistic"/>
                <a:ea typeface="Optimistic"/>
                <a:cs typeface="Optimistic"/>
                <a:sym typeface="Optimistic"/>
              </a:defRPr>
            </a:lvl6pPr>
            <a:lvl7pPr lvl="6" rtl="0" algn="ctr">
              <a:spcBef>
                <a:spcPts val="0"/>
              </a:spcBef>
              <a:spcAft>
                <a:spcPts val="0"/>
              </a:spcAft>
              <a:buSzPts val="14600"/>
              <a:buFont typeface="Optimistic"/>
              <a:buNone/>
              <a:defRPr b="1" sz="14600">
                <a:latin typeface="Optimistic"/>
                <a:ea typeface="Optimistic"/>
                <a:cs typeface="Optimistic"/>
                <a:sym typeface="Optimistic"/>
              </a:defRPr>
            </a:lvl7pPr>
            <a:lvl8pPr lvl="7" rtl="0" algn="ctr">
              <a:spcBef>
                <a:spcPts val="0"/>
              </a:spcBef>
              <a:spcAft>
                <a:spcPts val="0"/>
              </a:spcAft>
              <a:buSzPts val="14600"/>
              <a:buFont typeface="Optimistic"/>
              <a:buNone/>
              <a:defRPr b="1" sz="14600">
                <a:latin typeface="Optimistic"/>
                <a:ea typeface="Optimistic"/>
                <a:cs typeface="Optimistic"/>
                <a:sym typeface="Optimistic"/>
              </a:defRPr>
            </a:lvl8pPr>
            <a:lvl9pPr lvl="8" rtl="0" algn="ctr">
              <a:spcBef>
                <a:spcPts val="0"/>
              </a:spcBef>
              <a:spcAft>
                <a:spcPts val="0"/>
              </a:spcAft>
              <a:buSzPts val="14600"/>
              <a:buFont typeface="Optimistic"/>
              <a:buNone/>
              <a:defRPr b="1" sz="14600">
                <a:latin typeface="Optimistic"/>
                <a:ea typeface="Optimistic"/>
                <a:cs typeface="Optimistic"/>
                <a:sym typeface="Optimistic"/>
              </a:defRPr>
            </a:lvl9pPr>
          </a:lstStyle>
          <a:p/>
        </p:txBody>
      </p:sp>
      <p:sp>
        <p:nvSpPr>
          <p:cNvPr id="487" name="Google Shape;487;p83"/>
          <p:cNvSpPr txBox="1"/>
          <p:nvPr>
            <p:ph idx="2" type="subTitle"/>
          </p:nvPr>
        </p:nvSpPr>
        <p:spPr>
          <a:xfrm>
            <a:off x="1527050" y="5458973"/>
            <a:ext cx="15222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488" name="Google Shape;488;p83"/>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3_Stats (Two)">
  <p:cSld name="TITLE_1_1_3">
    <p:bg>
      <p:bgPr>
        <a:solidFill>
          <a:schemeClr val="accent3"/>
        </a:solidFill>
      </p:bgPr>
    </p:bg>
    <p:spTree>
      <p:nvGrpSpPr>
        <p:cNvPr id="489" name="Shape 489"/>
        <p:cNvGrpSpPr/>
        <p:nvPr/>
      </p:nvGrpSpPr>
      <p:grpSpPr>
        <a:xfrm>
          <a:off x="0" y="0"/>
          <a:ext cx="0" cy="0"/>
          <a:chOff x="0" y="0"/>
          <a:chExt cx="0" cy="0"/>
        </a:xfrm>
      </p:grpSpPr>
      <p:sp>
        <p:nvSpPr>
          <p:cNvPr id="490" name="Google Shape;490;p84"/>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91" name="Google Shape;491;p84"/>
          <p:cNvSpPr txBox="1"/>
          <p:nvPr>
            <p:ph type="ctrTitle"/>
          </p:nvPr>
        </p:nvSpPr>
        <p:spPr>
          <a:xfrm>
            <a:off x="1403550" y="3383275"/>
            <a:ext cx="6336900" cy="2201700"/>
          </a:xfrm>
          <a:prstGeom prst="rect">
            <a:avLst/>
          </a:prstGeom>
        </p:spPr>
        <p:txBody>
          <a:bodyPr anchorCtr="0" anchor="b" bIns="0" lIns="0" spcFirstLastPara="1" rIns="0" wrap="square" tIns="0">
            <a:noAutofit/>
          </a:bodyPr>
          <a:lstStyle>
            <a:lvl1pPr lvl="0" rtl="0" algn="ctr">
              <a:spcBef>
                <a:spcPts val="0"/>
              </a:spcBef>
              <a:spcAft>
                <a:spcPts val="0"/>
              </a:spcAft>
              <a:buSzPts val="14600"/>
              <a:buFont typeface="Optimistic"/>
              <a:buNone/>
              <a:defRPr b="1" sz="14600">
                <a:latin typeface="Optimistic"/>
                <a:ea typeface="Optimistic"/>
                <a:cs typeface="Optimistic"/>
                <a:sym typeface="Optimistic"/>
              </a:defRPr>
            </a:lvl1pPr>
            <a:lvl2pPr lvl="1" rtl="0" algn="ctr">
              <a:spcBef>
                <a:spcPts val="0"/>
              </a:spcBef>
              <a:spcAft>
                <a:spcPts val="0"/>
              </a:spcAft>
              <a:buSzPts val="14600"/>
              <a:buFont typeface="Optimistic"/>
              <a:buNone/>
              <a:defRPr b="1" sz="14600">
                <a:latin typeface="Optimistic"/>
                <a:ea typeface="Optimistic"/>
                <a:cs typeface="Optimistic"/>
                <a:sym typeface="Optimistic"/>
              </a:defRPr>
            </a:lvl2pPr>
            <a:lvl3pPr lvl="2" rtl="0" algn="ctr">
              <a:spcBef>
                <a:spcPts val="0"/>
              </a:spcBef>
              <a:spcAft>
                <a:spcPts val="0"/>
              </a:spcAft>
              <a:buSzPts val="14600"/>
              <a:buFont typeface="Optimistic"/>
              <a:buNone/>
              <a:defRPr b="1" sz="14600">
                <a:latin typeface="Optimistic"/>
                <a:ea typeface="Optimistic"/>
                <a:cs typeface="Optimistic"/>
                <a:sym typeface="Optimistic"/>
              </a:defRPr>
            </a:lvl3pPr>
            <a:lvl4pPr lvl="3" rtl="0" algn="ctr">
              <a:spcBef>
                <a:spcPts val="0"/>
              </a:spcBef>
              <a:spcAft>
                <a:spcPts val="0"/>
              </a:spcAft>
              <a:buSzPts val="14600"/>
              <a:buFont typeface="Optimistic"/>
              <a:buNone/>
              <a:defRPr b="1" sz="14600">
                <a:latin typeface="Optimistic"/>
                <a:ea typeface="Optimistic"/>
                <a:cs typeface="Optimistic"/>
                <a:sym typeface="Optimistic"/>
              </a:defRPr>
            </a:lvl4pPr>
            <a:lvl5pPr lvl="4" rtl="0" algn="ctr">
              <a:spcBef>
                <a:spcPts val="0"/>
              </a:spcBef>
              <a:spcAft>
                <a:spcPts val="0"/>
              </a:spcAft>
              <a:buSzPts val="14600"/>
              <a:buFont typeface="Optimistic"/>
              <a:buNone/>
              <a:defRPr b="1" sz="14600">
                <a:latin typeface="Optimistic"/>
                <a:ea typeface="Optimistic"/>
                <a:cs typeface="Optimistic"/>
                <a:sym typeface="Optimistic"/>
              </a:defRPr>
            </a:lvl5pPr>
            <a:lvl6pPr lvl="5" rtl="0" algn="ctr">
              <a:spcBef>
                <a:spcPts val="0"/>
              </a:spcBef>
              <a:spcAft>
                <a:spcPts val="0"/>
              </a:spcAft>
              <a:buSzPts val="14600"/>
              <a:buFont typeface="Optimistic"/>
              <a:buNone/>
              <a:defRPr b="1" sz="14600">
                <a:latin typeface="Optimistic"/>
                <a:ea typeface="Optimistic"/>
                <a:cs typeface="Optimistic"/>
                <a:sym typeface="Optimistic"/>
              </a:defRPr>
            </a:lvl6pPr>
            <a:lvl7pPr lvl="6" rtl="0" algn="ctr">
              <a:spcBef>
                <a:spcPts val="0"/>
              </a:spcBef>
              <a:spcAft>
                <a:spcPts val="0"/>
              </a:spcAft>
              <a:buSzPts val="14600"/>
              <a:buFont typeface="Optimistic"/>
              <a:buNone/>
              <a:defRPr b="1" sz="14600">
                <a:latin typeface="Optimistic"/>
                <a:ea typeface="Optimistic"/>
                <a:cs typeface="Optimistic"/>
                <a:sym typeface="Optimistic"/>
              </a:defRPr>
            </a:lvl7pPr>
            <a:lvl8pPr lvl="7" rtl="0" algn="ctr">
              <a:spcBef>
                <a:spcPts val="0"/>
              </a:spcBef>
              <a:spcAft>
                <a:spcPts val="0"/>
              </a:spcAft>
              <a:buSzPts val="14600"/>
              <a:buFont typeface="Optimistic"/>
              <a:buNone/>
              <a:defRPr b="1" sz="14600">
                <a:latin typeface="Optimistic"/>
                <a:ea typeface="Optimistic"/>
                <a:cs typeface="Optimistic"/>
                <a:sym typeface="Optimistic"/>
              </a:defRPr>
            </a:lvl8pPr>
            <a:lvl9pPr lvl="8" rtl="0" algn="ctr">
              <a:spcBef>
                <a:spcPts val="0"/>
              </a:spcBef>
              <a:spcAft>
                <a:spcPts val="0"/>
              </a:spcAft>
              <a:buSzPts val="14600"/>
              <a:buFont typeface="Optimistic"/>
              <a:buNone/>
              <a:defRPr b="1" sz="14600">
                <a:latin typeface="Optimistic"/>
                <a:ea typeface="Optimistic"/>
                <a:cs typeface="Optimistic"/>
                <a:sym typeface="Optimistic"/>
              </a:defRPr>
            </a:lvl9pPr>
          </a:lstStyle>
          <a:p/>
        </p:txBody>
      </p:sp>
      <p:sp>
        <p:nvSpPr>
          <p:cNvPr id="492" name="Google Shape;492;p84"/>
          <p:cNvSpPr txBox="1"/>
          <p:nvPr>
            <p:ph idx="2" type="subTitle"/>
          </p:nvPr>
        </p:nvSpPr>
        <p:spPr>
          <a:xfrm>
            <a:off x="1403550" y="5458975"/>
            <a:ext cx="63369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493" name="Google Shape;493;p84"/>
          <p:cNvSpPr txBox="1"/>
          <p:nvPr>
            <p:ph idx="3" type="subTitle"/>
          </p:nvPr>
        </p:nvSpPr>
        <p:spPr>
          <a:xfrm>
            <a:off x="4297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494" name="Google Shape;494;p84"/>
          <p:cNvSpPr txBox="1"/>
          <p:nvPr>
            <p:ph idx="4" type="ctrTitle"/>
          </p:nvPr>
        </p:nvSpPr>
        <p:spPr>
          <a:xfrm>
            <a:off x="10547550" y="3383275"/>
            <a:ext cx="6336900" cy="2201700"/>
          </a:xfrm>
          <a:prstGeom prst="rect">
            <a:avLst/>
          </a:prstGeom>
        </p:spPr>
        <p:txBody>
          <a:bodyPr anchorCtr="0" anchor="b" bIns="0" lIns="0" spcFirstLastPara="1" rIns="0" wrap="square" tIns="0">
            <a:noAutofit/>
          </a:bodyPr>
          <a:lstStyle>
            <a:lvl1pPr lvl="0" rtl="0" algn="ctr">
              <a:spcBef>
                <a:spcPts val="0"/>
              </a:spcBef>
              <a:spcAft>
                <a:spcPts val="0"/>
              </a:spcAft>
              <a:buSzPts val="14600"/>
              <a:buFont typeface="Optimistic"/>
              <a:buNone/>
              <a:defRPr b="1" sz="14600">
                <a:latin typeface="Optimistic"/>
                <a:ea typeface="Optimistic"/>
                <a:cs typeface="Optimistic"/>
                <a:sym typeface="Optimistic"/>
              </a:defRPr>
            </a:lvl1pPr>
            <a:lvl2pPr lvl="1" rtl="0" algn="ctr">
              <a:spcBef>
                <a:spcPts val="0"/>
              </a:spcBef>
              <a:spcAft>
                <a:spcPts val="0"/>
              </a:spcAft>
              <a:buSzPts val="14600"/>
              <a:buFont typeface="Optimistic"/>
              <a:buNone/>
              <a:defRPr b="1" sz="14600">
                <a:latin typeface="Optimistic"/>
                <a:ea typeface="Optimistic"/>
                <a:cs typeface="Optimistic"/>
                <a:sym typeface="Optimistic"/>
              </a:defRPr>
            </a:lvl2pPr>
            <a:lvl3pPr lvl="2" rtl="0" algn="ctr">
              <a:spcBef>
                <a:spcPts val="0"/>
              </a:spcBef>
              <a:spcAft>
                <a:spcPts val="0"/>
              </a:spcAft>
              <a:buSzPts val="14600"/>
              <a:buFont typeface="Optimistic"/>
              <a:buNone/>
              <a:defRPr b="1" sz="14600">
                <a:latin typeface="Optimistic"/>
                <a:ea typeface="Optimistic"/>
                <a:cs typeface="Optimistic"/>
                <a:sym typeface="Optimistic"/>
              </a:defRPr>
            </a:lvl3pPr>
            <a:lvl4pPr lvl="3" rtl="0" algn="ctr">
              <a:spcBef>
                <a:spcPts val="0"/>
              </a:spcBef>
              <a:spcAft>
                <a:spcPts val="0"/>
              </a:spcAft>
              <a:buSzPts val="14600"/>
              <a:buFont typeface="Optimistic"/>
              <a:buNone/>
              <a:defRPr b="1" sz="14600">
                <a:latin typeface="Optimistic"/>
                <a:ea typeface="Optimistic"/>
                <a:cs typeface="Optimistic"/>
                <a:sym typeface="Optimistic"/>
              </a:defRPr>
            </a:lvl4pPr>
            <a:lvl5pPr lvl="4" rtl="0" algn="ctr">
              <a:spcBef>
                <a:spcPts val="0"/>
              </a:spcBef>
              <a:spcAft>
                <a:spcPts val="0"/>
              </a:spcAft>
              <a:buSzPts val="14600"/>
              <a:buFont typeface="Optimistic"/>
              <a:buNone/>
              <a:defRPr b="1" sz="14600">
                <a:latin typeface="Optimistic"/>
                <a:ea typeface="Optimistic"/>
                <a:cs typeface="Optimistic"/>
                <a:sym typeface="Optimistic"/>
              </a:defRPr>
            </a:lvl5pPr>
            <a:lvl6pPr lvl="5" rtl="0" algn="ctr">
              <a:spcBef>
                <a:spcPts val="0"/>
              </a:spcBef>
              <a:spcAft>
                <a:spcPts val="0"/>
              </a:spcAft>
              <a:buSzPts val="14600"/>
              <a:buFont typeface="Optimistic"/>
              <a:buNone/>
              <a:defRPr b="1" sz="14600">
                <a:latin typeface="Optimistic"/>
                <a:ea typeface="Optimistic"/>
                <a:cs typeface="Optimistic"/>
                <a:sym typeface="Optimistic"/>
              </a:defRPr>
            </a:lvl6pPr>
            <a:lvl7pPr lvl="6" rtl="0" algn="ctr">
              <a:spcBef>
                <a:spcPts val="0"/>
              </a:spcBef>
              <a:spcAft>
                <a:spcPts val="0"/>
              </a:spcAft>
              <a:buSzPts val="14600"/>
              <a:buFont typeface="Optimistic"/>
              <a:buNone/>
              <a:defRPr b="1" sz="14600">
                <a:latin typeface="Optimistic"/>
                <a:ea typeface="Optimistic"/>
                <a:cs typeface="Optimistic"/>
                <a:sym typeface="Optimistic"/>
              </a:defRPr>
            </a:lvl7pPr>
            <a:lvl8pPr lvl="7" rtl="0" algn="ctr">
              <a:spcBef>
                <a:spcPts val="0"/>
              </a:spcBef>
              <a:spcAft>
                <a:spcPts val="0"/>
              </a:spcAft>
              <a:buSzPts val="14600"/>
              <a:buFont typeface="Optimistic"/>
              <a:buNone/>
              <a:defRPr b="1" sz="14600">
                <a:latin typeface="Optimistic"/>
                <a:ea typeface="Optimistic"/>
                <a:cs typeface="Optimistic"/>
                <a:sym typeface="Optimistic"/>
              </a:defRPr>
            </a:lvl8pPr>
            <a:lvl9pPr lvl="8" rtl="0" algn="ctr">
              <a:spcBef>
                <a:spcPts val="0"/>
              </a:spcBef>
              <a:spcAft>
                <a:spcPts val="0"/>
              </a:spcAft>
              <a:buSzPts val="14600"/>
              <a:buFont typeface="Optimistic"/>
              <a:buNone/>
              <a:defRPr b="1" sz="14600">
                <a:latin typeface="Optimistic"/>
                <a:ea typeface="Optimistic"/>
                <a:cs typeface="Optimistic"/>
                <a:sym typeface="Optimistic"/>
              </a:defRPr>
            </a:lvl9pPr>
          </a:lstStyle>
          <a:p/>
        </p:txBody>
      </p:sp>
      <p:sp>
        <p:nvSpPr>
          <p:cNvPr id="495" name="Google Shape;495;p84"/>
          <p:cNvSpPr txBox="1"/>
          <p:nvPr>
            <p:ph idx="5" type="subTitle"/>
          </p:nvPr>
        </p:nvSpPr>
        <p:spPr>
          <a:xfrm>
            <a:off x="10547550" y="5458975"/>
            <a:ext cx="63369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6_Stats (Three)">
  <p:cSld name="TITLE_1_1_1_2">
    <p:bg>
      <p:bgPr>
        <a:solidFill>
          <a:schemeClr val="accent3"/>
        </a:solidFill>
      </p:bgPr>
    </p:bg>
    <p:spTree>
      <p:nvGrpSpPr>
        <p:cNvPr id="496" name="Shape 496"/>
        <p:cNvGrpSpPr/>
        <p:nvPr/>
      </p:nvGrpSpPr>
      <p:grpSpPr>
        <a:xfrm>
          <a:off x="0" y="0"/>
          <a:ext cx="0" cy="0"/>
          <a:chOff x="0" y="0"/>
          <a:chExt cx="0" cy="0"/>
        </a:xfrm>
      </p:grpSpPr>
      <p:sp>
        <p:nvSpPr>
          <p:cNvPr id="497" name="Google Shape;497;p85"/>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498" name="Google Shape;498;p85"/>
          <p:cNvSpPr txBox="1"/>
          <p:nvPr>
            <p:ph type="ctrTitle"/>
          </p:nvPr>
        </p:nvSpPr>
        <p:spPr>
          <a:xfrm>
            <a:off x="1527048" y="3950475"/>
            <a:ext cx="4224600" cy="1469700"/>
          </a:xfrm>
          <a:prstGeom prst="rect">
            <a:avLst/>
          </a:prstGeom>
        </p:spPr>
        <p:txBody>
          <a:bodyPr anchorCtr="0" anchor="b" bIns="0" lIns="0" spcFirstLastPara="1" rIns="0" wrap="square" tIns="0">
            <a:noAutofit/>
          </a:bodyPr>
          <a:lstStyle>
            <a:lvl1pPr lvl="0" rtl="0" algn="ctr">
              <a:spcBef>
                <a:spcPts val="0"/>
              </a:spcBef>
              <a:spcAft>
                <a:spcPts val="0"/>
              </a:spcAft>
              <a:buSzPts val="9600"/>
              <a:buFont typeface="Optimistic"/>
              <a:buNone/>
              <a:defRPr b="1" sz="9600">
                <a:latin typeface="Optimistic"/>
                <a:ea typeface="Optimistic"/>
                <a:cs typeface="Optimistic"/>
                <a:sym typeface="Optimistic"/>
              </a:defRPr>
            </a:lvl1pPr>
            <a:lvl2pPr lvl="1" rtl="0" algn="ctr">
              <a:spcBef>
                <a:spcPts val="0"/>
              </a:spcBef>
              <a:spcAft>
                <a:spcPts val="0"/>
              </a:spcAft>
              <a:buSzPts val="9600"/>
              <a:buFont typeface="Optimistic"/>
              <a:buNone/>
              <a:defRPr b="1" sz="9600">
                <a:latin typeface="Optimistic"/>
                <a:ea typeface="Optimistic"/>
                <a:cs typeface="Optimistic"/>
                <a:sym typeface="Optimistic"/>
              </a:defRPr>
            </a:lvl2pPr>
            <a:lvl3pPr lvl="2" rtl="0" algn="ctr">
              <a:spcBef>
                <a:spcPts val="0"/>
              </a:spcBef>
              <a:spcAft>
                <a:spcPts val="0"/>
              </a:spcAft>
              <a:buSzPts val="9600"/>
              <a:buFont typeface="Optimistic"/>
              <a:buNone/>
              <a:defRPr b="1" sz="9600">
                <a:latin typeface="Optimistic"/>
                <a:ea typeface="Optimistic"/>
                <a:cs typeface="Optimistic"/>
                <a:sym typeface="Optimistic"/>
              </a:defRPr>
            </a:lvl3pPr>
            <a:lvl4pPr lvl="3" rtl="0" algn="ctr">
              <a:spcBef>
                <a:spcPts val="0"/>
              </a:spcBef>
              <a:spcAft>
                <a:spcPts val="0"/>
              </a:spcAft>
              <a:buSzPts val="9600"/>
              <a:buFont typeface="Optimistic"/>
              <a:buNone/>
              <a:defRPr b="1" sz="9600">
                <a:latin typeface="Optimistic"/>
                <a:ea typeface="Optimistic"/>
                <a:cs typeface="Optimistic"/>
                <a:sym typeface="Optimistic"/>
              </a:defRPr>
            </a:lvl4pPr>
            <a:lvl5pPr lvl="4" rtl="0" algn="ctr">
              <a:spcBef>
                <a:spcPts val="0"/>
              </a:spcBef>
              <a:spcAft>
                <a:spcPts val="0"/>
              </a:spcAft>
              <a:buSzPts val="9600"/>
              <a:buFont typeface="Optimistic"/>
              <a:buNone/>
              <a:defRPr b="1" sz="9600">
                <a:latin typeface="Optimistic"/>
                <a:ea typeface="Optimistic"/>
                <a:cs typeface="Optimistic"/>
                <a:sym typeface="Optimistic"/>
              </a:defRPr>
            </a:lvl5pPr>
            <a:lvl6pPr lvl="5" rtl="0" algn="ctr">
              <a:spcBef>
                <a:spcPts val="0"/>
              </a:spcBef>
              <a:spcAft>
                <a:spcPts val="0"/>
              </a:spcAft>
              <a:buSzPts val="9600"/>
              <a:buFont typeface="Optimistic"/>
              <a:buNone/>
              <a:defRPr b="1" sz="9600">
                <a:latin typeface="Optimistic"/>
                <a:ea typeface="Optimistic"/>
                <a:cs typeface="Optimistic"/>
                <a:sym typeface="Optimistic"/>
              </a:defRPr>
            </a:lvl6pPr>
            <a:lvl7pPr lvl="6" rtl="0" algn="ctr">
              <a:spcBef>
                <a:spcPts val="0"/>
              </a:spcBef>
              <a:spcAft>
                <a:spcPts val="0"/>
              </a:spcAft>
              <a:buSzPts val="9600"/>
              <a:buFont typeface="Optimistic"/>
              <a:buNone/>
              <a:defRPr b="1" sz="9600">
                <a:latin typeface="Optimistic"/>
                <a:ea typeface="Optimistic"/>
                <a:cs typeface="Optimistic"/>
                <a:sym typeface="Optimistic"/>
              </a:defRPr>
            </a:lvl7pPr>
            <a:lvl8pPr lvl="7" rtl="0" algn="ctr">
              <a:spcBef>
                <a:spcPts val="0"/>
              </a:spcBef>
              <a:spcAft>
                <a:spcPts val="0"/>
              </a:spcAft>
              <a:buSzPts val="9600"/>
              <a:buFont typeface="Optimistic"/>
              <a:buNone/>
              <a:defRPr b="1" sz="9600">
                <a:latin typeface="Optimistic"/>
                <a:ea typeface="Optimistic"/>
                <a:cs typeface="Optimistic"/>
                <a:sym typeface="Optimistic"/>
              </a:defRPr>
            </a:lvl8pPr>
            <a:lvl9pPr lvl="8" rtl="0" algn="ctr">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499" name="Google Shape;499;p85"/>
          <p:cNvSpPr txBox="1"/>
          <p:nvPr>
            <p:ph idx="2" type="subTitle"/>
          </p:nvPr>
        </p:nvSpPr>
        <p:spPr>
          <a:xfrm>
            <a:off x="1527148"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500" name="Google Shape;500;p85"/>
          <p:cNvSpPr txBox="1"/>
          <p:nvPr>
            <p:ph idx="3" type="subTitle"/>
          </p:nvPr>
        </p:nvSpPr>
        <p:spPr>
          <a:xfrm>
            <a:off x="4313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501" name="Google Shape;501;p85"/>
          <p:cNvSpPr txBox="1"/>
          <p:nvPr>
            <p:ph idx="4" type="ctrTitle"/>
          </p:nvPr>
        </p:nvSpPr>
        <p:spPr>
          <a:xfrm>
            <a:off x="7031650" y="3950696"/>
            <a:ext cx="4224600" cy="1469700"/>
          </a:xfrm>
          <a:prstGeom prst="rect">
            <a:avLst/>
          </a:prstGeom>
        </p:spPr>
        <p:txBody>
          <a:bodyPr anchorCtr="0" anchor="b" bIns="0" lIns="0" spcFirstLastPara="1" rIns="0" wrap="square" tIns="0">
            <a:noAutofit/>
          </a:bodyPr>
          <a:lstStyle>
            <a:lvl1pPr lvl="0" rtl="0" algn="ctr">
              <a:spcBef>
                <a:spcPts val="0"/>
              </a:spcBef>
              <a:spcAft>
                <a:spcPts val="0"/>
              </a:spcAft>
              <a:buSzPts val="9600"/>
              <a:buFont typeface="Optimistic"/>
              <a:buNone/>
              <a:defRPr b="1" sz="9600">
                <a:latin typeface="Optimistic"/>
                <a:ea typeface="Optimistic"/>
                <a:cs typeface="Optimistic"/>
                <a:sym typeface="Optimistic"/>
              </a:defRPr>
            </a:lvl1pPr>
            <a:lvl2pPr lvl="1" rtl="0" algn="ctr">
              <a:spcBef>
                <a:spcPts val="0"/>
              </a:spcBef>
              <a:spcAft>
                <a:spcPts val="0"/>
              </a:spcAft>
              <a:buSzPts val="9600"/>
              <a:buFont typeface="Optimistic"/>
              <a:buNone/>
              <a:defRPr b="1" sz="9600">
                <a:latin typeface="Optimistic"/>
                <a:ea typeface="Optimistic"/>
                <a:cs typeface="Optimistic"/>
                <a:sym typeface="Optimistic"/>
              </a:defRPr>
            </a:lvl2pPr>
            <a:lvl3pPr lvl="2" rtl="0" algn="ctr">
              <a:spcBef>
                <a:spcPts val="0"/>
              </a:spcBef>
              <a:spcAft>
                <a:spcPts val="0"/>
              </a:spcAft>
              <a:buSzPts val="9600"/>
              <a:buFont typeface="Optimistic"/>
              <a:buNone/>
              <a:defRPr b="1" sz="9600">
                <a:latin typeface="Optimistic"/>
                <a:ea typeface="Optimistic"/>
                <a:cs typeface="Optimistic"/>
                <a:sym typeface="Optimistic"/>
              </a:defRPr>
            </a:lvl3pPr>
            <a:lvl4pPr lvl="3" rtl="0" algn="ctr">
              <a:spcBef>
                <a:spcPts val="0"/>
              </a:spcBef>
              <a:spcAft>
                <a:spcPts val="0"/>
              </a:spcAft>
              <a:buSzPts val="9600"/>
              <a:buFont typeface="Optimistic"/>
              <a:buNone/>
              <a:defRPr b="1" sz="9600">
                <a:latin typeface="Optimistic"/>
                <a:ea typeface="Optimistic"/>
                <a:cs typeface="Optimistic"/>
                <a:sym typeface="Optimistic"/>
              </a:defRPr>
            </a:lvl4pPr>
            <a:lvl5pPr lvl="4" rtl="0" algn="ctr">
              <a:spcBef>
                <a:spcPts val="0"/>
              </a:spcBef>
              <a:spcAft>
                <a:spcPts val="0"/>
              </a:spcAft>
              <a:buSzPts val="9600"/>
              <a:buFont typeface="Optimistic"/>
              <a:buNone/>
              <a:defRPr b="1" sz="9600">
                <a:latin typeface="Optimistic"/>
                <a:ea typeface="Optimistic"/>
                <a:cs typeface="Optimistic"/>
                <a:sym typeface="Optimistic"/>
              </a:defRPr>
            </a:lvl5pPr>
            <a:lvl6pPr lvl="5" rtl="0" algn="ctr">
              <a:spcBef>
                <a:spcPts val="0"/>
              </a:spcBef>
              <a:spcAft>
                <a:spcPts val="0"/>
              </a:spcAft>
              <a:buSzPts val="9600"/>
              <a:buFont typeface="Optimistic"/>
              <a:buNone/>
              <a:defRPr b="1" sz="9600">
                <a:latin typeface="Optimistic"/>
                <a:ea typeface="Optimistic"/>
                <a:cs typeface="Optimistic"/>
                <a:sym typeface="Optimistic"/>
              </a:defRPr>
            </a:lvl6pPr>
            <a:lvl7pPr lvl="6" rtl="0" algn="ctr">
              <a:spcBef>
                <a:spcPts val="0"/>
              </a:spcBef>
              <a:spcAft>
                <a:spcPts val="0"/>
              </a:spcAft>
              <a:buSzPts val="9600"/>
              <a:buFont typeface="Optimistic"/>
              <a:buNone/>
              <a:defRPr b="1" sz="9600">
                <a:latin typeface="Optimistic"/>
                <a:ea typeface="Optimistic"/>
                <a:cs typeface="Optimistic"/>
                <a:sym typeface="Optimistic"/>
              </a:defRPr>
            </a:lvl7pPr>
            <a:lvl8pPr lvl="7" rtl="0" algn="ctr">
              <a:spcBef>
                <a:spcPts val="0"/>
              </a:spcBef>
              <a:spcAft>
                <a:spcPts val="0"/>
              </a:spcAft>
              <a:buSzPts val="9600"/>
              <a:buFont typeface="Optimistic"/>
              <a:buNone/>
              <a:defRPr b="1" sz="9600">
                <a:latin typeface="Optimistic"/>
                <a:ea typeface="Optimistic"/>
                <a:cs typeface="Optimistic"/>
                <a:sym typeface="Optimistic"/>
              </a:defRPr>
            </a:lvl8pPr>
            <a:lvl9pPr lvl="8" rtl="0" algn="ctr">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502" name="Google Shape;502;p85"/>
          <p:cNvSpPr txBox="1"/>
          <p:nvPr>
            <p:ph idx="5" type="subTitle"/>
          </p:nvPr>
        </p:nvSpPr>
        <p:spPr>
          <a:xfrm>
            <a:off x="7031750"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
        <p:nvSpPr>
          <p:cNvPr id="503" name="Google Shape;503;p85"/>
          <p:cNvSpPr txBox="1"/>
          <p:nvPr>
            <p:ph idx="6" type="ctrTitle"/>
          </p:nvPr>
        </p:nvSpPr>
        <p:spPr>
          <a:xfrm>
            <a:off x="12659700" y="3950696"/>
            <a:ext cx="4224600" cy="1469700"/>
          </a:xfrm>
          <a:prstGeom prst="rect">
            <a:avLst/>
          </a:prstGeom>
        </p:spPr>
        <p:txBody>
          <a:bodyPr anchorCtr="0" anchor="b" bIns="0" lIns="0" spcFirstLastPara="1" rIns="0" wrap="square" tIns="0">
            <a:noAutofit/>
          </a:bodyPr>
          <a:lstStyle>
            <a:lvl1pPr lvl="0" rtl="0" algn="ctr">
              <a:spcBef>
                <a:spcPts val="0"/>
              </a:spcBef>
              <a:spcAft>
                <a:spcPts val="0"/>
              </a:spcAft>
              <a:buSzPts val="9600"/>
              <a:buFont typeface="Optimistic"/>
              <a:buNone/>
              <a:defRPr b="1" sz="9600">
                <a:latin typeface="Optimistic"/>
                <a:ea typeface="Optimistic"/>
                <a:cs typeface="Optimistic"/>
                <a:sym typeface="Optimistic"/>
              </a:defRPr>
            </a:lvl1pPr>
            <a:lvl2pPr lvl="1" rtl="0" algn="ctr">
              <a:spcBef>
                <a:spcPts val="0"/>
              </a:spcBef>
              <a:spcAft>
                <a:spcPts val="0"/>
              </a:spcAft>
              <a:buSzPts val="9600"/>
              <a:buFont typeface="Optimistic"/>
              <a:buNone/>
              <a:defRPr b="1" sz="9600">
                <a:latin typeface="Optimistic"/>
                <a:ea typeface="Optimistic"/>
                <a:cs typeface="Optimistic"/>
                <a:sym typeface="Optimistic"/>
              </a:defRPr>
            </a:lvl2pPr>
            <a:lvl3pPr lvl="2" rtl="0" algn="ctr">
              <a:spcBef>
                <a:spcPts val="0"/>
              </a:spcBef>
              <a:spcAft>
                <a:spcPts val="0"/>
              </a:spcAft>
              <a:buSzPts val="9600"/>
              <a:buFont typeface="Optimistic"/>
              <a:buNone/>
              <a:defRPr b="1" sz="9600">
                <a:latin typeface="Optimistic"/>
                <a:ea typeface="Optimistic"/>
                <a:cs typeface="Optimistic"/>
                <a:sym typeface="Optimistic"/>
              </a:defRPr>
            </a:lvl3pPr>
            <a:lvl4pPr lvl="3" rtl="0" algn="ctr">
              <a:spcBef>
                <a:spcPts val="0"/>
              </a:spcBef>
              <a:spcAft>
                <a:spcPts val="0"/>
              </a:spcAft>
              <a:buSzPts val="9600"/>
              <a:buFont typeface="Optimistic"/>
              <a:buNone/>
              <a:defRPr b="1" sz="9600">
                <a:latin typeface="Optimistic"/>
                <a:ea typeface="Optimistic"/>
                <a:cs typeface="Optimistic"/>
                <a:sym typeface="Optimistic"/>
              </a:defRPr>
            </a:lvl4pPr>
            <a:lvl5pPr lvl="4" rtl="0" algn="ctr">
              <a:spcBef>
                <a:spcPts val="0"/>
              </a:spcBef>
              <a:spcAft>
                <a:spcPts val="0"/>
              </a:spcAft>
              <a:buSzPts val="9600"/>
              <a:buFont typeface="Optimistic"/>
              <a:buNone/>
              <a:defRPr b="1" sz="9600">
                <a:latin typeface="Optimistic"/>
                <a:ea typeface="Optimistic"/>
                <a:cs typeface="Optimistic"/>
                <a:sym typeface="Optimistic"/>
              </a:defRPr>
            </a:lvl5pPr>
            <a:lvl6pPr lvl="5" rtl="0" algn="ctr">
              <a:spcBef>
                <a:spcPts val="0"/>
              </a:spcBef>
              <a:spcAft>
                <a:spcPts val="0"/>
              </a:spcAft>
              <a:buSzPts val="9600"/>
              <a:buFont typeface="Optimistic"/>
              <a:buNone/>
              <a:defRPr b="1" sz="9600">
                <a:latin typeface="Optimistic"/>
                <a:ea typeface="Optimistic"/>
                <a:cs typeface="Optimistic"/>
                <a:sym typeface="Optimistic"/>
              </a:defRPr>
            </a:lvl6pPr>
            <a:lvl7pPr lvl="6" rtl="0" algn="ctr">
              <a:spcBef>
                <a:spcPts val="0"/>
              </a:spcBef>
              <a:spcAft>
                <a:spcPts val="0"/>
              </a:spcAft>
              <a:buSzPts val="9600"/>
              <a:buFont typeface="Optimistic"/>
              <a:buNone/>
              <a:defRPr b="1" sz="9600">
                <a:latin typeface="Optimistic"/>
                <a:ea typeface="Optimistic"/>
                <a:cs typeface="Optimistic"/>
                <a:sym typeface="Optimistic"/>
              </a:defRPr>
            </a:lvl7pPr>
            <a:lvl8pPr lvl="7" rtl="0" algn="ctr">
              <a:spcBef>
                <a:spcPts val="0"/>
              </a:spcBef>
              <a:spcAft>
                <a:spcPts val="0"/>
              </a:spcAft>
              <a:buSzPts val="9600"/>
              <a:buFont typeface="Optimistic"/>
              <a:buNone/>
              <a:defRPr b="1" sz="9600">
                <a:latin typeface="Optimistic"/>
                <a:ea typeface="Optimistic"/>
                <a:cs typeface="Optimistic"/>
                <a:sym typeface="Optimistic"/>
              </a:defRPr>
            </a:lvl8pPr>
            <a:lvl9pPr lvl="8" rtl="0" algn="ctr">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504" name="Google Shape;504;p85"/>
          <p:cNvSpPr txBox="1"/>
          <p:nvPr>
            <p:ph idx="7" type="subTitle"/>
          </p:nvPr>
        </p:nvSpPr>
        <p:spPr>
          <a:xfrm>
            <a:off x="12659800" y="5458975"/>
            <a:ext cx="4224600" cy="347400"/>
          </a:xfrm>
          <a:prstGeom prst="rect">
            <a:avLst/>
          </a:prstGeom>
        </p:spPr>
        <p:txBody>
          <a:bodyPr anchorCtr="0" anchor="t" bIns="0" lIns="0" spcFirstLastPara="1" rIns="0" wrap="square" tIns="0">
            <a:noAutofit/>
          </a:bodyPr>
          <a:lstStyle>
            <a:lvl1pPr indent="0" lvl="0" marL="0" marR="0" rtl="0" algn="ctr">
              <a:lnSpc>
                <a:spcPct val="125000"/>
              </a:lnSpc>
              <a:spcBef>
                <a:spcPts val="0"/>
              </a:spcBef>
              <a:spcAft>
                <a:spcPts val="0"/>
              </a:spcAft>
              <a:buNone/>
              <a:defRPr b="0" sz="1800"/>
            </a:lvl1pPr>
            <a:lvl2pPr lvl="1" rtl="0" algn="ctr">
              <a:lnSpc>
                <a:spcPct val="125000"/>
              </a:lnSpc>
              <a:spcBef>
                <a:spcPts val="0"/>
              </a:spcBef>
              <a:spcAft>
                <a:spcPts val="0"/>
              </a:spcAft>
              <a:buNone/>
              <a:defRPr b="0" sz="1800"/>
            </a:lvl2pPr>
            <a:lvl3pPr lvl="2" rtl="0" algn="ctr">
              <a:lnSpc>
                <a:spcPct val="125000"/>
              </a:lnSpc>
              <a:spcBef>
                <a:spcPts val="0"/>
              </a:spcBef>
              <a:spcAft>
                <a:spcPts val="0"/>
              </a:spcAft>
              <a:buNone/>
              <a:defRPr b="0" sz="1800"/>
            </a:lvl3pPr>
            <a:lvl4pPr lvl="3" rtl="0" algn="ctr">
              <a:lnSpc>
                <a:spcPct val="125000"/>
              </a:lnSpc>
              <a:spcBef>
                <a:spcPts val="0"/>
              </a:spcBef>
              <a:spcAft>
                <a:spcPts val="0"/>
              </a:spcAft>
              <a:buNone/>
              <a:defRPr b="0" sz="1800"/>
            </a:lvl4pPr>
            <a:lvl5pPr lvl="4" rtl="0" algn="ctr">
              <a:lnSpc>
                <a:spcPct val="125000"/>
              </a:lnSpc>
              <a:spcBef>
                <a:spcPts val="0"/>
              </a:spcBef>
              <a:spcAft>
                <a:spcPts val="0"/>
              </a:spcAft>
              <a:buNone/>
              <a:defRPr b="0" sz="1800"/>
            </a:lvl5pPr>
            <a:lvl6pPr lvl="5" rtl="0" algn="ctr">
              <a:lnSpc>
                <a:spcPct val="125000"/>
              </a:lnSpc>
              <a:spcBef>
                <a:spcPts val="0"/>
              </a:spcBef>
              <a:spcAft>
                <a:spcPts val="0"/>
              </a:spcAft>
              <a:buNone/>
              <a:defRPr b="0" sz="1800"/>
            </a:lvl6pPr>
            <a:lvl7pPr lvl="6" rtl="0" algn="ctr">
              <a:lnSpc>
                <a:spcPct val="125000"/>
              </a:lnSpc>
              <a:spcBef>
                <a:spcPts val="0"/>
              </a:spcBef>
              <a:spcAft>
                <a:spcPts val="0"/>
              </a:spcAft>
              <a:buNone/>
              <a:defRPr b="0" sz="1800"/>
            </a:lvl7pPr>
            <a:lvl8pPr lvl="7" rtl="0" algn="ctr">
              <a:lnSpc>
                <a:spcPct val="125000"/>
              </a:lnSpc>
              <a:spcBef>
                <a:spcPts val="0"/>
              </a:spcBef>
              <a:spcAft>
                <a:spcPts val="0"/>
              </a:spcAft>
              <a:buNone/>
              <a:defRPr b="0" sz="1800"/>
            </a:lvl8pPr>
            <a:lvl9pPr lvl="8" rtl="0" algn="ctr">
              <a:lnSpc>
                <a:spcPct val="125000"/>
              </a:lnSpc>
              <a:spcBef>
                <a:spcPts val="0"/>
              </a:spcBef>
              <a:spcAft>
                <a:spcPts val="0"/>
              </a:spcAft>
              <a:buNone/>
              <a:defRPr b="0" sz="1800"/>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9_Stat (Half)">
  <p:cSld name="TITLE_1_2_2_5">
    <p:bg>
      <p:bgPr>
        <a:solidFill>
          <a:schemeClr val="accent3"/>
        </a:solidFill>
      </p:bgPr>
    </p:bg>
    <p:spTree>
      <p:nvGrpSpPr>
        <p:cNvPr id="505" name="Shape 505"/>
        <p:cNvGrpSpPr/>
        <p:nvPr/>
      </p:nvGrpSpPr>
      <p:grpSpPr>
        <a:xfrm>
          <a:off x="0" y="0"/>
          <a:ext cx="0" cy="0"/>
          <a:chOff x="0" y="0"/>
          <a:chExt cx="0" cy="0"/>
        </a:xfrm>
      </p:grpSpPr>
      <p:sp>
        <p:nvSpPr>
          <p:cNvPr id="506" name="Google Shape;506;p86"/>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507" name="Google Shape;507;p86"/>
          <p:cNvSpPr txBox="1"/>
          <p:nvPr>
            <p:ph type="ctrTitle"/>
          </p:nvPr>
        </p:nvSpPr>
        <p:spPr>
          <a:xfrm>
            <a:off x="1527048" y="3383280"/>
            <a:ext cx="7745100" cy="2203800"/>
          </a:xfrm>
          <a:prstGeom prst="rect">
            <a:avLst/>
          </a:prstGeom>
        </p:spPr>
        <p:txBody>
          <a:bodyPr anchorCtr="0" anchor="b" bIns="0" lIns="0" spcFirstLastPara="1" rIns="0" wrap="square" tIns="0">
            <a:noAutofit/>
          </a:bodyPr>
          <a:lstStyle>
            <a:lvl1pPr lvl="0" rtl="0">
              <a:spcBef>
                <a:spcPts val="0"/>
              </a:spcBef>
              <a:spcAft>
                <a:spcPts val="0"/>
              </a:spcAft>
              <a:buSzPts val="14600"/>
              <a:buFont typeface="Optimistic"/>
              <a:buNone/>
              <a:defRPr b="1" sz="14600">
                <a:latin typeface="Optimistic"/>
                <a:ea typeface="Optimistic"/>
                <a:cs typeface="Optimistic"/>
                <a:sym typeface="Optimistic"/>
              </a:defRPr>
            </a:lvl1pPr>
            <a:lvl2pPr lvl="1" rtl="0">
              <a:spcBef>
                <a:spcPts val="0"/>
              </a:spcBef>
              <a:spcAft>
                <a:spcPts val="0"/>
              </a:spcAft>
              <a:buSzPts val="14600"/>
              <a:buFont typeface="Optimistic"/>
              <a:buNone/>
              <a:defRPr b="1" sz="14600">
                <a:latin typeface="Optimistic"/>
                <a:ea typeface="Optimistic"/>
                <a:cs typeface="Optimistic"/>
                <a:sym typeface="Optimistic"/>
              </a:defRPr>
            </a:lvl2pPr>
            <a:lvl3pPr lvl="2" rtl="0">
              <a:spcBef>
                <a:spcPts val="0"/>
              </a:spcBef>
              <a:spcAft>
                <a:spcPts val="0"/>
              </a:spcAft>
              <a:buSzPts val="14600"/>
              <a:buFont typeface="Optimistic"/>
              <a:buNone/>
              <a:defRPr b="1" sz="14600">
                <a:latin typeface="Optimistic"/>
                <a:ea typeface="Optimistic"/>
                <a:cs typeface="Optimistic"/>
                <a:sym typeface="Optimistic"/>
              </a:defRPr>
            </a:lvl3pPr>
            <a:lvl4pPr lvl="3" rtl="0">
              <a:spcBef>
                <a:spcPts val="0"/>
              </a:spcBef>
              <a:spcAft>
                <a:spcPts val="0"/>
              </a:spcAft>
              <a:buSzPts val="14600"/>
              <a:buFont typeface="Optimistic"/>
              <a:buNone/>
              <a:defRPr b="1" sz="14600">
                <a:latin typeface="Optimistic"/>
                <a:ea typeface="Optimistic"/>
                <a:cs typeface="Optimistic"/>
                <a:sym typeface="Optimistic"/>
              </a:defRPr>
            </a:lvl4pPr>
            <a:lvl5pPr lvl="4" rtl="0">
              <a:spcBef>
                <a:spcPts val="0"/>
              </a:spcBef>
              <a:spcAft>
                <a:spcPts val="0"/>
              </a:spcAft>
              <a:buSzPts val="14600"/>
              <a:buFont typeface="Optimistic"/>
              <a:buNone/>
              <a:defRPr b="1" sz="14600">
                <a:latin typeface="Optimistic"/>
                <a:ea typeface="Optimistic"/>
                <a:cs typeface="Optimistic"/>
                <a:sym typeface="Optimistic"/>
              </a:defRPr>
            </a:lvl5pPr>
            <a:lvl6pPr lvl="5" rtl="0">
              <a:spcBef>
                <a:spcPts val="0"/>
              </a:spcBef>
              <a:spcAft>
                <a:spcPts val="0"/>
              </a:spcAft>
              <a:buSzPts val="14600"/>
              <a:buFont typeface="Optimistic"/>
              <a:buNone/>
              <a:defRPr b="1" sz="14600">
                <a:latin typeface="Optimistic"/>
                <a:ea typeface="Optimistic"/>
                <a:cs typeface="Optimistic"/>
                <a:sym typeface="Optimistic"/>
              </a:defRPr>
            </a:lvl6pPr>
            <a:lvl7pPr lvl="6" rtl="0">
              <a:spcBef>
                <a:spcPts val="0"/>
              </a:spcBef>
              <a:spcAft>
                <a:spcPts val="0"/>
              </a:spcAft>
              <a:buSzPts val="14600"/>
              <a:buFont typeface="Optimistic"/>
              <a:buNone/>
              <a:defRPr b="1" sz="14600">
                <a:latin typeface="Optimistic"/>
                <a:ea typeface="Optimistic"/>
                <a:cs typeface="Optimistic"/>
                <a:sym typeface="Optimistic"/>
              </a:defRPr>
            </a:lvl7pPr>
            <a:lvl8pPr lvl="7" rtl="0">
              <a:spcBef>
                <a:spcPts val="0"/>
              </a:spcBef>
              <a:spcAft>
                <a:spcPts val="0"/>
              </a:spcAft>
              <a:buSzPts val="14600"/>
              <a:buFont typeface="Optimistic"/>
              <a:buNone/>
              <a:defRPr b="1" sz="14600">
                <a:latin typeface="Optimistic"/>
                <a:ea typeface="Optimistic"/>
                <a:cs typeface="Optimistic"/>
                <a:sym typeface="Optimistic"/>
              </a:defRPr>
            </a:lvl8pPr>
            <a:lvl9pPr lvl="8" rtl="0">
              <a:spcBef>
                <a:spcPts val="0"/>
              </a:spcBef>
              <a:spcAft>
                <a:spcPts val="0"/>
              </a:spcAft>
              <a:buSzPts val="14600"/>
              <a:buFont typeface="Optimistic"/>
              <a:buNone/>
              <a:defRPr b="1" sz="14600">
                <a:latin typeface="Optimistic"/>
                <a:ea typeface="Optimistic"/>
                <a:cs typeface="Optimistic"/>
                <a:sym typeface="Optimistic"/>
              </a:defRPr>
            </a:lvl9pPr>
          </a:lstStyle>
          <a:p/>
        </p:txBody>
      </p:sp>
      <p:sp>
        <p:nvSpPr>
          <p:cNvPr id="508" name="Google Shape;508;p86"/>
          <p:cNvSpPr txBox="1"/>
          <p:nvPr>
            <p:ph idx="2" type="subTitle"/>
          </p:nvPr>
        </p:nvSpPr>
        <p:spPr>
          <a:xfrm>
            <a:off x="1527103" y="5458968"/>
            <a:ext cx="77451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509" name="Google Shape;509;p86"/>
          <p:cNvSpPr txBox="1"/>
          <p:nvPr>
            <p:ph idx="3" type="subTitle"/>
          </p:nvPr>
        </p:nvSpPr>
        <p:spPr>
          <a:xfrm>
            <a:off x="431365"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2_Stats (Half)">
  <p:cSld name="TITLE_1_2_7">
    <p:bg>
      <p:bgPr>
        <a:solidFill>
          <a:schemeClr val="accent3"/>
        </a:solidFill>
      </p:bgPr>
    </p:bg>
    <p:spTree>
      <p:nvGrpSpPr>
        <p:cNvPr id="510" name="Shape 510"/>
        <p:cNvGrpSpPr/>
        <p:nvPr/>
      </p:nvGrpSpPr>
      <p:grpSpPr>
        <a:xfrm>
          <a:off x="0" y="0"/>
          <a:ext cx="0" cy="0"/>
          <a:chOff x="0" y="0"/>
          <a:chExt cx="0" cy="0"/>
        </a:xfrm>
      </p:grpSpPr>
      <p:sp>
        <p:nvSpPr>
          <p:cNvPr id="511" name="Google Shape;511;p87"/>
          <p:cNvSpPr txBox="1"/>
          <p:nvPr>
            <p:ph idx="1" type="subTitle"/>
          </p:nvPr>
        </p:nvSpPr>
        <p:spPr>
          <a:xfrm>
            <a:off x="429768" y="429768"/>
            <a:ext cx="77451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512" name="Google Shape;512;p87"/>
          <p:cNvSpPr txBox="1"/>
          <p:nvPr>
            <p:ph type="ctrTitle"/>
          </p:nvPr>
        </p:nvSpPr>
        <p:spPr>
          <a:xfrm>
            <a:off x="1527048" y="2468875"/>
            <a:ext cx="77451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513" name="Google Shape;513;p87"/>
          <p:cNvSpPr txBox="1"/>
          <p:nvPr>
            <p:ph idx="2" type="subTitle"/>
          </p:nvPr>
        </p:nvSpPr>
        <p:spPr>
          <a:xfrm>
            <a:off x="1527103" y="3970971"/>
            <a:ext cx="77451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514" name="Google Shape;514;p87"/>
          <p:cNvSpPr txBox="1"/>
          <p:nvPr>
            <p:ph idx="3" type="subTitle"/>
          </p:nvPr>
        </p:nvSpPr>
        <p:spPr>
          <a:xfrm>
            <a:off x="429768" y="9442550"/>
            <a:ext cx="70410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515" name="Google Shape;515;p87"/>
          <p:cNvSpPr txBox="1"/>
          <p:nvPr>
            <p:ph idx="4" type="ctrTitle"/>
          </p:nvPr>
        </p:nvSpPr>
        <p:spPr>
          <a:xfrm>
            <a:off x="1527048" y="5361701"/>
            <a:ext cx="77451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516" name="Google Shape;516;p87"/>
          <p:cNvSpPr txBox="1"/>
          <p:nvPr>
            <p:ph idx="5" type="subTitle"/>
          </p:nvPr>
        </p:nvSpPr>
        <p:spPr>
          <a:xfrm>
            <a:off x="1527103" y="6864100"/>
            <a:ext cx="77451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5_Stat (Third)">
  <p:cSld name="TITLE_1_2_2_1_3">
    <p:bg>
      <p:bgPr>
        <a:solidFill>
          <a:schemeClr val="accent3"/>
        </a:solidFill>
      </p:bgPr>
    </p:bg>
    <p:spTree>
      <p:nvGrpSpPr>
        <p:cNvPr id="517" name="Shape 517"/>
        <p:cNvGrpSpPr/>
        <p:nvPr/>
      </p:nvGrpSpPr>
      <p:grpSpPr>
        <a:xfrm>
          <a:off x="0" y="0"/>
          <a:ext cx="0" cy="0"/>
          <a:chOff x="0" y="0"/>
          <a:chExt cx="0" cy="0"/>
        </a:xfrm>
      </p:grpSpPr>
      <p:sp>
        <p:nvSpPr>
          <p:cNvPr id="518" name="Google Shape;518;p88"/>
          <p:cNvSpPr txBox="1"/>
          <p:nvPr>
            <p:ph idx="1"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519" name="Google Shape;519;p88"/>
          <p:cNvSpPr txBox="1"/>
          <p:nvPr>
            <p:ph type="ctrTitle"/>
          </p:nvPr>
        </p:nvSpPr>
        <p:spPr>
          <a:xfrm>
            <a:off x="777240" y="3383280"/>
            <a:ext cx="4928700" cy="2203800"/>
          </a:xfrm>
          <a:prstGeom prst="rect">
            <a:avLst/>
          </a:prstGeom>
        </p:spPr>
        <p:txBody>
          <a:bodyPr anchorCtr="0" anchor="b" bIns="0" lIns="0" spcFirstLastPara="1" rIns="0" wrap="square" tIns="0">
            <a:noAutofit/>
          </a:bodyPr>
          <a:lstStyle>
            <a:lvl1pPr lvl="0" rtl="0">
              <a:spcBef>
                <a:spcPts val="0"/>
              </a:spcBef>
              <a:spcAft>
                <a:spcPts val="0"/>
              </a:spcAft>
              <a:buSzPts val="14600"/>
              <a:buFont typeface="Optimistic"/>
              <a:buNone/>
              <a:defRPr b="1" sz="14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520" name="Google Shape;520;p88"/>
          <p:cNvSpPr txBox="1"/>
          <p:nvPr>
            <p:ph idx="2" type="subTitle"/>
          </p:nvPr>
        </p:nvSpPr>
        <p:spPr>
          <a:xfrm>
            <a:off x="777275" y="5458968"/>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521" name="Google Shape;521;p88"/>
          <p:cNvSpPr txBox="1"/>
          <p:nvPr>
            <p:ph idx="3" type="subTitle"/>
          </p:nvPr>
        </p:nvSpPr>
        <p:spPr>
          <a:xfrm>
            <a:off x="429776" y="9442550"/>
            <a:ext cx="55566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8_Stats (Third)">
  <p:cSld name="TITLE_1_2_3_3">
    <p:bg>
      <p:bgPr>
        <a:solidFill>
          <a:schemeClr val="accent3"/>
        </a:solidFill>
      </p:bgPr>
    </p:bg>
    <p:spTree>
      <p:nvGrpSpPr>
        <p:cNvPr id="522" name="Shape 522"/>
        <p:cNvGrpSpPr/>
        <p:nvPr/>
      </p:nvGrpSpPr>
      <p:grpSpPr>
        <a:xfrm>
          <a:off x="0" y="0"/>
          <a:ext cx="0" cy="0"/>
          <a:chOff x="0" y="0"/>
          <a:chExt cx="0" cy="0"/>
        </a:xfrm>
      </p:grpSpPr>
      <p:sp>
        <p:nvSpPr>
          <p:cNvPr id="523" name="Google Shape;523;p89"/>
          <p:cNvSpPr txBox="1"/>
          <p:nvPr>
            <p:ph idx="1" type="subTitle"/>
          </p:nvPr>
        </p:nvSpPr>
        <p:spPr>
          <a:xfrm>
            <a:off x="429768" y="429768"/>
            <a:ext cx="4928700" cy="347400"/>
          </a:xfrm>
          <a:prstGeom prst="rect">
            <a:avLst/>
          </a:prstGeom>
        </p:spPr>
        <p:txBody>
          <a:bodyPr anchorCtr="0" anchor="t" bIns="0" lIns="0" spcFirstLastPara="1" rIns="0" wrap="square" tIns="0">
            <a:noAutofit/>
          </a:bodyPr>
          <a:lstStyle>
            <a:lvl1pPr indent="0" lvl="0" marL="0" marR="0" rtl="0" algn="l">
              <a:lnSpc>
                <a:spcPct val="120000"/>
              </a:lnSpc>
              <a:spcBef>
                <a:spcPts val="0"/>
              </a:spcBef>
              <a:spcAft>
                <a:spcPts val="0"/>
              </a:spcAft>
              <a:buNone/>
              <a:defRPr sz="1800"/>
            </a:lvl1pPr>
            <a:lvl2pPr lvl="1" rtl="0">
              <a:lnSpc>
                <a:spcPct val="120000"/>
              </a:lnSpc>
              <a:spcBef>
                <a:spcPts val="0"/>
              </a:spcBef>
              <a:spcAft>
                <a:spcPts val="0"/>
              </a:spcAft>
              <a:buNone/>
              <a:defRPr sz="1800"/>
            </a:lvl2pPr>
            <a:lvl3pPr lvl="2" rtl="0">
              <a:lnSpc>
                <a:spcPct val="120000"/>
              </a:lnSpc>
              <a:spcBef>
                <a:spcPts val="0"/>
              </a:spcBef>
              <a:spcAft>
                <a:spcPts val="0"/>
              </a:spcAft>
              <a:buNone/>
              <a:defRPr sz="1800"/>
            </a:lvl3pPr>
            <a:lvl4pPr lvl="3" rtl="0">
              <a:lnSpc>
                <a:spcPct val="120000"/>
              </a:lnSpc>
              <a:spcBef>
                <a:spcPts val="0"/>
              </a:spcBef>
              <a:spcAft>
                <a:spcPts val="0"/>
              </a:spcAft>
              <a:buNone/>
              <a:defRPr sz="1800"/>
            </a:lvl4pPr>
            <a:lvl5pPr lvl="4" rtl="0">
              <a:lnSpc>
                <a:spcPct val="120000"/>
              </a:lnSpc>
              <a:spcBef>
                <a:spcPts val="0"/>
              </a:spcBef>
              <a:spcAft>
                <a:spcPts val="0"/>
              </a:spcAft>
              <a:buNone/>
              <a:defRPr sz="1800"/>
            </a:lvl5pPr>
            <a:lvl6pPr lvl="5" rtl="0">
              <a:lnSpc>
                <a:spcPct val="120000"/>
              </a:lnSpc>
              <a:spcBef>
                <a:spcPts val="0"/>
              </a:spcBef>
              <a:spcAft>
                <a:spcPts val="0"/>
              </a:spcAft>
              <a:buNone/>
              <a:defRPr sz="1800"/>
            </a:lvl6pPr>
            <a:lvl7pPr lvl="6" rtl="0">
              <a:lnSpc>
                <a:spcPct val="120000"/>
              </a:lnSpc>
              <a:spcBef>
                <a:spcPts val="0"/>
              </a:spcBef>
              <a:spcAft>
                <a:spcPts val="0"/>
              </a:spcAft>
              <a:buNone/>
              <a:defRPr sz="1800"/>
            </a:lvl7pPr>
            <a:lvl8pPr lvl="7" rtl="0">
              <a:lnSpc>
                <a:spcPct val="120000"/>
              </a:lnSpc>
              <a:spcBef>
                <a:spcPts val="0"/>
              </a:spcBef>
              <a:spcAft>
                <a:spcPts val="0"/>
              </a:spcAft>
              <a:buNone/>
              <a:defRPr sz="1800"/>
            </a:lvl8pPr>
            <a:lvl9pPr lvl="8" rtl="0">
              <a:lnSpc>
                <a:spcPct val="120000"/>
              </a:lnSpc>
              <a:spcBef>
                <a:spcPts val="0"/>
              </a:spcBef>
              <a:spcAft>
                <a:spcPts val="0"/>
              </a:spcAft>
              <a:buNone/>
              <a:defRPr sz="1800"/>
            </a:lvl9pPr>
          </a:lstStyle>
          <a:p/>
        </p:txBody>
      </p:sp>
      <p:sp>
        <p:nvSpPr>
          <p:cNvPr id="524" name="Google Shape;524;p89"/>
          <p:cNvSpPr txBox="1"/>
          <p:nvPr>
            <p:ph type="ctrTitle"/>
          </p:nvPr>
        </p:nvSpPr>
        <p:spPr>
          <a:xfrm>
            <a:off x="777240" y="2468875"/>
            <a:ext cx="49287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525" name="Google Shape;525;p89"/>
          <p:cNvSpPr txBox="1"/>
          <p:nvPr>
            <p:ph idx="2" type="subTitle"/>
          </p:nvPr>
        </p:nvSpPr>
        <p:spPr>
          <a:xfrm>
            <a:off x="777275" y="3970971"/>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
        <p:nvSpPr>
          <p:cNvPr id="526" name="Google Shape;526;p89"/>
          <p:cNvSpPr txBox="1"/>
          <p:nvPr>
            <p:ph idx="3" type="subTitle"/>
          </p:nvPr>
        </p:nvSpPr>
        <p:spPr>
          <a:xfrm>
            <a:off x="429776" y="9442550"/>
            <a:ext cx="5556600" cy="420600"/>
          </a:xfrm>
          <a:prstGeom prst="rect">
            <a:avLst/>
          </a:prstGeom>
        </p:spPr>
        <p:txBody>
          <a:bodyPr anchorCtr="0" anchor="b" bIns="0" lIns="0" spcFirstLastPara="1" rIns="0" wrap="square" tIns="0">
            <a:noAutofit/>
          </a:bodyPr>
          <a:lstStyle>
            <a:lvl1pPr indent="0" lvl="0" marL="0" marR="0" rtl="0">
              <a:lnSpc>
                <a:spcPct val="100000"/>
              </a:lnSpc>
              <a:spcBef>
                <a:spcPts val="0"/>
              </a:spcBef>
              <a:spcAft>
                <a:spcPts val="0"/>
              </a:spcAft>
              <a:buNone/>
              <a:defRPr b="0" sz="1400"/>
            </a:lvl1pPr>
            <a:lvl2pPr lvl="1" rtl="0">
              <a:lnSpc>
                <a:spcPct val="100000"/>
              </a:lnSpc>
              <a:spcBef>
                <a:spcPts val="0"/>
              </a:spcBef>
              <a:spcAft>
                <a:spcPts val="0"/>
              </a:spcAft>
              <a:buNone/>
              <a:defRPr b="0" sz="1400"/>
            </a:lvl2pPr>
            <a:lvl3pPr lvl="2" rtl="0">
              <a:lnSpc>
                <a:spcPct val="100000"/>
              </a:lnSpc>
              <a:spcBef>
                <a:spcPts val="0"/>
              </a:spcBef>
              <a:spcAft>
                <a:spcPts val="0"/>
              </a:spcAft>
              <a:buNone/>
              <a:defRPr b="0" sz="1400"/>
            </a:lvl3pPr>
            <a:lvl4pPr lvl="3" rtl="0">
              <a:lnSpc>
                <a:spcPct val="100000"/>
              </a:lnSpc>
              <a:spcBef>
                <a:spcPts val="0"/>
              </a:spcBef>
              <a:spcAft>
                <a:spcPts val="0"/>
              </a:spcAft>
              <a:buNone/>
              <a:defRPr b="0" sz="1400"/>
            </a:lvl4pPr>
            <a:lvl5pPr lvl="4" rtl="0">
              <a:lnSpc>
                <a:spcPct val="100000"/>
              </a:lnSpc>
              <a:spcBef>
                <a:spcPts val="0"/>
              </a:spcBef>
              <a:spcAft>
                <a:spcPts val="0"/>
              </a:spcAft>
              <a:buNone/>
              <a:defRPr b="0" sz="1400"/>
            </a:lvl5pPr>
            <a:lvl6pPr lvl="5" rtl="0">
              <a:lnSpc>
                <a:spcPct val="100000"/>
              </a:lnSpc>
              <a:spcBef>
                <a:spcPts val="0"/>
              </a:spcBef>
              <a:spcAft>
                <a:spcPts val="0"/>
              </a:spcAft>
              <a:buNone/>
              <a:defRPr b="0" sz="1400"/>
            </a:lvl6pPr>
            <a:lvl7pPr lvl="6" rtl="0">
              <a:lnSpc>
                <a:spcPct val="100000"/>
              </a:lnSpc>
              <a:spcBef>
                <a:spcPts val="0"/>
              </a:spcBef>
              <a:spcAft>
                <a:spcPts val="0"/>
              </a:spcAft>
              <a:buNone/>
              <a:defRPr b="0" sz="1400"/>
            </a:lvl7pPr>
            <a:lvl8pPr lvl="7" rtl="0">
              <a:lnSpc>
                <a:spcPct val="100000"/>
              </a:lnSpc>
              <a:spcBef>
                <a:spcPts val="0"/>
              </a:spcBef>
              <a:spcAft>
                <a:spcPts val="0"/>
              </a:spcAft>
              <a:buNone/>
              <a:defRPr b="0" sz="1400"/>
            </a:lvl8pPr>
            <a:lvl9pPr lvl="8" rtl="0">
              <a:lnSpc>
                <a:spcPct val="100000"/>
              </a:lnSpc>
              <a:spcBef>
                <a:spcPts val="0"/>
              </a:spcBef>
              <a:spcAft>
                <a:spcPts val="0"/>
              </a:spcAft>
              <a:buNone/>
              <a:defRPr b="0" sz="1400"/>
            </a:lvl9pPr>
          </a:lstStyle>
          <a:p/>
        </p:txBody>
      </p:sp>
      <p:sp>
        <p:nvSpPr>
          <p:cNvPr id="527" name="Google Shape;527;p89"/>
          <p:cNvSpPr txBox="1"/>
          <p:nvPr>
            <p:ph idx="4" type="ctrTitle"/>
          </p:nvPr>
        </p:nvSpPr>
        <p:spPr>
          <a:xfrm>
            <a:off x="777240" y="5361701"/>
            <a:ext cx="4928700" cy="1476000"/>
          </a:xfrm>
          <a:prstGeom prst="rect">
            <a:avLst/>
          </a:prstGeom>
        </p:spPr>
        <p:txBody>
          <a:bodyPr anchorCtr="0" anchor="b" bIns="0" lIns="0" spcFirstLastPara="1" rIns="0" wrap="square" tIns="0">
            <a:noAutofit/>
          </a:bodyPr>
          <a:lstStyle>
            <a:lvl1pPr lvl="0" rtl="0">
              <a:spcBef>
                <a:spcPts val="0"/>
              </a:spcBef>
              <a:spcAft>
                <a:spcPts val="0"/>
              </a:spcAft>
              <a:buSzPts val="9600"/>
              <a:buFont typeface="Optimistic"/>
              <a:buNone/>
              <a:defRPr b="1" sz="9600">
                <a:latin typeface="Optimistic"/>
                <a:ea typeface="Optimistic"/>
                <a:cs typeface="Optimistic"/>
                <a:sym typeface="Optimistic"/>
              </a:defRPr>
            </a:lvl1pPr>
            <a:lvl2pPr lvl="1" rtl="0">
              <a:spcBef>
                <a:spcPts val="0"/>
              </a:spcBef>
              <a:spcAft>
                <a:spcPts val="0"/>
              </a:spcAft>
              <a:buSzPts val="9600"/>
              <a:buFont typeface="Optimistic"/>
              <a:buNone/>
              <a:defRPr b="1" sz="9600">
                <a:latin typeface="Optimistic"/>
                <a:ea typeface="Optimistic"/>
                <a:cs typeface="Optimistic"/>
                <a:sym typeface="Optimistic"/>
              </a:defRPr>
            </a:lvl2pPr>
            <a:lvl3pPr lvl="2" rtl="0">
              <a:spcBef>
                <a:spcPts val="0"/>
              </a:spcBef>
              <a:spcAft>
                <a:spcPts val="0"/>
              </a:spcAft>
              <a:buSzPts val="9600"/>
              <a:buFont typeface="Optimistic"/>
              <a:buNone/>
              <a:defRPr b="1" sz="9600">
                <a:latin typeface="Optimistic"/>
                <a:ea typeface="Optimistic"/>
                <a:cs typeface="Optimistic"/>
                <a:sym typeface="Optimistic"/>
              </a:defRPr>
            </a:lvl3pPr>
            <a:lvl4pPr lvl="3" rtl="0">
              <a:spcBef>
                <a:spcPts val="0"/>
              </a:spcBef>
              <a:spcAft>
                <a:spcPts val="0"/>
              </a:spcAft>
              <a:buSzPts val="9600"/>
              <a:buFont typeface="Optimistic"/>
              <a:buNone/>
              <a:defRPr b="1" sz="9600">
                <a:latin typeface="Optimistic"/>
                <a:ea typeface="Optimistic"/>
                <a:cs typeface="Optimistic"/>
                <a:sym typeface="Optimistic"/>
              </a:defRPr>
            </a:lvl4pPr>
            <a:lvl5pPr lvl="4" rtl="0">
              <a:spcBef>
                <a:spcPts val="0"/>
              </a:spcBef>
              <a:spcAft>
                <a:spcPts val="0"/>
              </a:spcAft>
              <a:buSzPts val="9600"/>
              <a:buFont typeface="Optimistic"/>
              <a:buNone/>
              <a:defRPr b="1" sz="9600">
                <a:latin typeface="Optimistic"/>
                <a:ea typeface="Optimistic"/>
                <a:cs typeface="Optimistic"/>
                <a:sym typeface="Optimistic"/>
              </a:defRPr>
            </a:lvl5pPr>
            <a:lvl6pPr lvl="5" rtl="0">
              <a:spcBef>
                <a:spcPts val="0"/>
              </a:spcBef>
              <a:spcAft>
                <a:spcPts val="0"/>
              </a:spcAft>
              <a:buSzPts val="9600"/>
              <a:buFont typeface="Optimistic"/>
              <a:buNone/>
              <a:defRPr b="1" sz="9600">
                <a:latin typeface="Optimistic"/>
                <a:ea typeface="Optimistic"/>
                <a:cs typeface="Optimistic"/>
                <a:sym typeface="Optimistic"/>
              </a:defRPr>
            </a:lvl6pPr>
            <a:lvl7pPr lvl="6" rtl="0">
              <a:spcBef>
                <a:spcPts val="0"/>
              </a:spcBef>
              <a:spcAft>
                <a:spcPts val="0"/>
              </a:spcAft>
              <a:buSzPts val="9600"/>
              <a:buFont typeface="Optimistic"/>
              <a:buNone/>
              <a:defRPr b="1" sz="9600">
                <a:latin typeface="Optimistic"/>
                <a:ea typeface="Optimistic"/>
                <a:cs typeface="Optimistic"/>
                <a:sym typeface="Optimistic"/>
              </a:defRPr>
            </a:lvl7pPr>
            <a:lvl8pPr lvl="7" rtl="0">
              <a:spcBef>
                <a:spcPts val="0"/>
              </a:spcBef>
              <a:spcAft>
                <a:spcPts val="0"/>
              </a:spcAft>
              <a:buSzPts val="9600"/>
              <a:buFont typeface="Optimistic"/>
              <a:buNone/>
              <a:defRPr b="1" sz="9600">
                <a:latin typeface="Optimistic"/>
                <a:ea typeface="Optimistic"/>
                <a:cs typeface="Optimistic"/>
                <a:sym typeface="Optimistic"/>
              </a:defRPr>
            </a:lvl8pPr>
            <a:lvl9pPr lvl="8" rtl="0">
              <a:spcBef>
                <a:spcPts val="0"/>
              </a:spcBef>
              <a:spcAft>
                <a:spcPts val="0"/>
              </a:spcAft>
              <a:buSzPts val="9600"/>
              <a:buFont typeface="Optimistic"/>
              <a:buNone/>
              <a:defRPr b="1" sz="9600">
                <a:latin typeface="Optimistic"/>
                <a:ea typeface="Optimistic"/>
                <a:cs typeface="Optimistic"/>
                <a:sym typeface="Optimistic"/>
              </a:defRPr>
            </a:lvl9pPr>
          </a:lstStyle>
          <a:p/>
        </p:txBody>
      </p:sp>
      <p:sp>
        <p:nvSpPr>
          <p:cNvPr id="528" name="Google Shape;528;p89"/>
          <p:cNvSpPr txBox="1"/>
          <p:nvPr>
            <p:ph idx="5" type="subTitle"/>
          </p:nvPr>
        </p:nvSpPr>
        <p:spPr>
          <a:xfrm>
            <a:off x="777275" y="6864100"/>
            <a:ext cx="4928700" cy="347400"/>
          </a:xfrm>
          <a:prstGeom prst="rect">
            <a:avLst/>
          </a:prstGeom>
        </p:spPr>
        <p:txBody>
          <a:bodyPr anchorCtr="0" anchor="t" bIns="0" lIns="0" spcFirstLastPara="1" rIns="0" wrap="square" tIns="0">
            <a:noAutofit/>
          </a:bodyPr>
          <a:lstStyle>
            <a:lvl1pPr indent="0" lvl="0" marL="0" marR="0" rtl="0" algn="l">
              <a:lnSpc>
                <a:spcPct val="125000"/>
              </a:lnSpc>
              <a:spcBef>
                <a:spcPts val="0"/>
              </a:spcBef>
              <a:spcAft>
                <a:spcPts val="0"/>
              </a:spcAft>
              <a:buNone/>
              <a:defRPr b="0" sz="1800"/>
            </a:lvl1pPr>
            <a:lvl2pPr lvl="1" rtl="0">
              <a:lnSpc>
                <a:spcPct val="125000"/>
              </a:lnSpc>
              <a:spcBef>
                <a:spcPts val="0"/>
              </a:spcBef>
              <a:spcAft>
                <a:spcPts val="0"/>
              </a:spcAft>
              <a:buNone/>
              <a:defRPr b="0" sz="1800"/>
            </a:lvl2pPr>
            <a:lvl3pPr lvl="2" rtl="0">
              <a:lnSpc>
                <a:spcPct val="125000"/>
              </a:lnSpc>
              <a:spcBef>
                <a:spcPts val="0"/>
              </a:spcBef>
              <a:spcAft>
                <a:spcPts val="0"/>
              </a:spcAft>
              <a:buNone/>
              <a:defRPr b="0" sz="1800"/>
            </a:lvl3pPr>
            <a:lvl4pPr lvl="3" rtl="0">
              <a:lnSpc>
                <a:spcPct val="125000"/>
              </a:lnSpc>
              <a:spcBef>
                <a:spcPts val="0"/>
              </a:spcBef>
              <a:spcAft>
                <a:spcPts val="0"/>
              </a:spcAft>
              <a:buNone/>
              <a:defRPr b="0" sz="1800"/>
            </a:lvl4pPr>
            <a:lvl5pPr lvl="4" rtl="0">
              <a:lnSpc>
                <a:spcPct val="125000"/>
              </a:lnSpc>
              <a:spcBef>
                <a:spcPts val="0"/>
              </a:spcBef>
              <a:spcAft>
                <a:spcPts val="0"/>
              </a:spcAft>
              <a:buNone/>
              <a:defRPr b="0" sz="1800"/>
            </a:lvl5pPr>
            <a:lvl6pPr lvl="5" rtl="0">
              <a:lnSpc>
                <a:spcPct val="125000"/>
              </a:lnSpc>
              <a:spcBef>
                <a:spcPts val="0"/>
              </a:spcBef>
              <a:spcAft>
                <a:spcPts val="0"/>
              </a:spcAft>
              <a:buNone/>
              <a:defRPr b="0" sz="1800"/>
            </a:lvl6pPr>
            <a:lvl7pPr lvl="6" rtl="0">
              <a:lnSpc>
                <a:spcPct val="125000"/>
              </a:lnSpc>
              <a:spcBef>
                <a:spcPts val="0"/>
              </a:spcBef>
              <a:spcAft>
                <a:spcPts val="0"/>
              </a:spcAft>
              <a:buNone/>
              <a:defRPr b="0" sz="1800"/>
            </a:lvl7pPr>
            <a:lvl8pPr lvl="7" rtl="0">
              <a:lnSpc>
                <a:spcPct val="125000"/>
              </a:lnSpc>
              <a:spcBef>
                <a:spcPts val="0"/>
              </a:spcBef>
              <a:spcAft>
                <a:spcPts val="0"/>
              </a:spcAft>
              <a:buNone/>
              <a:defRPr b="0" sz="1800"/>
            </a:lvl8pPr>
            <a:lvl9pPr lvl="8" rtl="0">
              <a:lnSpc>
                <a:spcPct val="125000"/>
              </a:lnSpc>
              <a:spcBef>
                <a:spcPts val="0"/>
              </a:spcBef>
              <a:spcAft>
                <a:spcPts val="0"/>
              </a:spcAft>
              <a:buNone/>
              <a:defRPr b="0" sz="1800"/>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5_White">
  <p:cSld name="SECTION_HEADER_2_1_2_3">
    <p:spTree>
      <p:nvGrpSpPr>
        <p:cNvPr id="529" name="Shape 529"/>
        <p:cNvGrpSpPr/>
        <p:nvPr/>
      </p:nvGrpSpPr>
      <p:grpSpPr>
        <a:xfrm>
          <a:off x="0" y="0"/>
          <a:ext cx="0" cy="0"/>
          <a:chOff x="0" y="0"/>
          <a:chExt cx="0" cy="0"/>
        </a:xfrm>
      </p:grpSpPr>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5_Light_Grey">
  <p:cSld name="SECTION_HEADER_2_1_2_3_2">
    <p:bg>
      <p:bgPr>
        <a:solidFill>
          <a:schemeClr val="accent3"/>
        </a:solidFill>
      </p:bgPr>
    </p:bg>
    <p:spTree>
      <p:nvGrpSpPr>
        <p:cNvPr id="530" name="Shape 530"/>
        <p:cNvGrpSpPr/>
        <p:nvPr/>
      </p:nvGrpSpPr>
      <p:grpSpPr>
        <a:xfrm>
          <a:off x="0" y="0"/>
          <a:ext cx="0" cy="0"/>
          <a:chOff x="0" y="0"/>
          <a:chExt cx="0" cy="0"/>
        </a:xfrm>
      </p:grpSpPr>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6_Meta Gray">
  <p:cSld name="SECTION_HEADER_2_1_1">
    <p:bg>
      <p:bgPr>
        <a:solidFill>
          <a:schemeClr val="dk1"/>
        </a:solidFill>
      </p:bgPr>
    </p:bg>
    <p:spTree>
      <p:nvGrpSpPr>
        <p:cNvPr id="531" name="Shape 531"/>
        <p:cNvGrpSpPr/>
        <p:nvPr/>
      </p:nvGrpSpPr>
      <p:grpSpPr>
        <a:xfrm>
          <a:off x="0" y="0"/>
          <a:ext cx="0" cy="0"/>
          <a:chOff x="0" y="0"/>
          <a:chExt cx="0" cy="0"/>
        </a:xfrm>
      </p:grpSpPr>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9_Gradient_Dark">
  <p:cSld name="CUSTOM_1">
    <p:bg>
      <p:bgPr>
        <a:blipFill>
          <a:blip r:embed="rId2">
            <a:alphaModFix/>
          </a:blip>
          <a:stretch>
            <a:fillRect/>
          </a:stretch>
        </a:blipFill>
      </p:bgPr>
    </p:bg>
    <p:spTree>
      <p:nvGrpSpPr>
        <p:cNvPr id="532" name="Shape 532"/>
        <p:cNvGrpSpPr/>
        <p:nvPr/>
      </p:nvGrpSpPr>
      <p:grpSpPr>
        <a:xfrm>
          <a:off x="0" y="0"/>
          <a:ext cx="0" cy="0"/>
          <a:chOff x="0" y="0"/>
          <a:chExt cx="0" cy="0"/>
        </a:xfrm>
      </p:grpSpPr>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9_Gradient_Dark_Saturated">
  <p:cSld name="CUSTOM_1_2">
    <p:bg>
      <p:bgPr>
        <a:blipFill>
          <a:blip r:embed="rId2">
            <a:alphaModFix/>
          </a:blip>
          <a:stretch>
            <a:fillRect/>
          </a:stretch>
        </a:blipFill>
      </p:bgPr>
    </p:bg>
    <p:spTree>
      <p:nvGrpSpPr>
        <p:cNvPr id="533" name="Shape 533"/>
        <p:cNvGrpSpPr/>
        <p:nvPr/>
      </p:nvGrpSpPr>
      <p:grpSpPr>
        <a:xfrm>
          <a:off x="0" y="0"/>
          <a:ext cx="0" cy="0"/>
          <a:chOff x="0" y="0"/>
          <a:chExt cx="0" cy="0"/>
        </a:xfrm>
      </p:grpSpPr>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9_Gradient_Light_Saturated">
  <p:cSld name="CUSTOM_1_2_1">
    <p:bg>
      <p:bgPr>
        <a:blipFill>
          <a:blip r:embed="rId2">
            <a:alphaModFix/>
          </a:blip>
          <a:stretch>
            <a:fillRect/>
          </a:stretch>
        </a:blipFill>
      </p:bgPr>
    </p:bg>
    <p:spTree>
      <p:nvGrpSpPr>
        <p:cNvPr id="534" name="Shape 534"/>
        <p:cNvGrpSpPr/>
        <p:nvPr/>
      </p:nvGrpSpPr>
      <p:grpSpPr>
        <a:xfrm>
          <a:off x="0" y="0"/>
          <a:ext cx="0" cy="0"/>
          <a:chOff x="0" y="0"/>
          <a:chExt cx="0" cy="0"/>
        </a:xfrm>
      </p:grpSpPr>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9_Gradient_Light">
  <p:cSld name="CUSTOM_1_2_1_1">
    <p:bg>
      <p:bgPr>
        <a:blipFill>
          <a:blip r:embed="rId2">
            <a:alphaModFix/>
          </a:blip>
          <a:stretch>
            <a:fillRect/>
          </a:stretch>
        </a:blipFill>
      </p:bgPr>
    </p:bg>
    <p:spTree>
      <p:nvGrpSpPr>
        <p:cNvPr id="535" name="Shape 53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84" Type="http://schemas.openxmlformats.org/officeDocument/2006/relationships/slideLayout" Target="../slideLayouts/slideLayout84.xml"/><Relationship Id="rId83" Type="http://schemas.openxmlformats.org/officeDocument/2006/relationships/slideLayout" Target="../slideLayouts/slideLayout83.xml"/><Relationship Id="rId42" Type="http://schemas.openxmlformats.org/officeDocument/2006/relationships/slideLayout" Target="../slideLayouts/slideLayout42.xml"/><Relationship Id="rId86" Type="http://schemas.openxmlformats.org/officeDocument/2006/relationships/slideLayout" Target="../slideLayouts/slideLayout86.xml"/><Relationship Id="rId41" Type="http://schemas.openxmlformats.org/officeDocument/2006/relationships/slideLayout" Target="../slideLayouts/slideLayout41.xml"/><Relationship Id="rId85" Type="http://schemas.openxmlformats.org/officeDocument/2006/relationships/slideLayout" Target="../slideLayouts/slideLayout85.xml"/><Relationship Id="rId44" Type="http://schemas.openxmlformats.org/officeDocument/2006/relationships/slideLayout" Target="../slideLayouts/slideLayout44.xml"/><Relationship Id="rId88" Type="http://schemas.openxmlformats.org/officeDocument/2006/relationships/slideLayout" Target="../slideLayouts/slideLayout88.xml"/><Relationship Id="rId43" Type="http://schemas.openxmlformats.org/officeDocument/2006/relationships/slideLayout" Target="../slideLayouts/slideLayout43.xml"/><Relationship Id="rId87" Type="http://schemas.openxmlformats.org/officeDocument/2006/relationships/slideLayout" Target="../slideLayouts/slideLayout87.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89" Type="http://schemas.openxmlformats.org/officeDocument/2006/relationships/slideLayout" Target="../slideLayouts/slideLayout89.xml"/><Relationship Id="rId80" Type="http://schemas.openxmlformats.org/officeDocument/2006/relationships/slideLayout" Target="../slideLayouts/slideLayout80.xml"/><Relationship Id="rId82" Type="http://schemas.openxmlformats.org/officeDocument/2006/relationships/slideLayout" Target="../slideLayouts/slideLayout82.xml"/><Relationship Id="rId81" Type="http://schemas.openxmlformats.org/officeDocument/2006/relationships/slideLayout" Target="../slideLayouts/slideLayout8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73" Type="http://schemas.openxmlformats.org/officeDocument/2006/relationships/slideLayout" Target="../slideLayouts/slideLayout73.xml"/><Relationship Id="rId72" Type="http://schemas.openxmlformats.org/officeDocument/2006/relationships/slideLayout" Target="../slideLayouts/slideLayout72.xml"/><Relationship Id="rId31" Type="http://schemas.openxmlformats.org/officeDocument/2006/relationships/slideLayout" Target="../slideLayouts/slideLayout31.xml"/><Relationship Id="rId75" Type="http://schemas.openxmlformats.org/officeDocument/2006/relationships/slideLayout" Target="../slideLayouts/slideLayout75.xml"/><Relationship Id="rId30" Type="http://schemas.openxmlformats.org/officeDocument/2006/relationships/slideLayout" Target="../slideLayouts/slideLayout30.xml"/><Relationship Id="rId74" Type="http://schemas.openxmlformats.org/officeDocument/2006/relationships/slideLayout" Target="../slideLayouts/slideLayout74.xml"/><Relationship Id="rId33" Type="http://schemas.openxmlformats.org/officeDocument/2006/relationships/slideLayout" Target="../slideLayouts/slideLayout33.xml"/><Relationship Id="rId77" Type="http://schemas.openxmlformats.org/officeDocument/2006/relationships/slideLayout" Target="../slideLayouts/slideLayout77.xml"/><Relationship Id="rId32" Type="http://schemas.openxmlformats.org/officeDocument/2006/relationships/slideLayout" Target="../slideLayouts/slideLayout32.xml"/><Relationship Id="rId76" Type="http://schemas.openxmlformats.org/officeDocument/2006/relationships/slideLayout" Target="../slideLayouts/slideLayout76.xml"/><Relationship Id="rId35" Type="http://schemas.openxmlformats.org/officeDocument/2006/relationships/slideLayout" Target="../slideLayouts/slideLayout35.xml"/><Relationship Id="rId79" Type="http://schemas.openxmlformats.org/officeDocument/2006/relationships/slideLayout" Target="../slideLayouts/slideLayout79.xml"/><Relationship Id="rId34" Type="http://schemas.openxmlformats.org/officeDocument/2006/relationships/slideLayout" Target="../slideLayouts/slideLayout34.xml"/><Relationship Id="rId78" Type="http://schemas.openxmlformats.org/officeDocument/2006/relationships/slideLayout" Target="../slideLayouts/slideLayout78.xml"/><Relationship Id="rId71" Type="http://schemas.openxmlformats.org/officeDocument/2006/relationships/slideLayout" Target="../slideLayouts/slideLayout71.xml"/><Relationship Id="rId70" Type="http://schemas.openxmlformats.org/officeDocument/2006/relationships/slideLayout" Target="../slideLayouts/slideLayout70.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62" Type="http://schemas.openxmlformats.org/officeDocument/2006/relationships/slideLayout" Target="../slideLayouts/slideLayout62.xml"/><Relationship Id="rId61" Type="http://schemas.openxmlformats.org/officeDocument/2006/relationships/slideLayout" Target="../slideLayouts/slideLayout61.xml"/><Relationship Id="rId20" Type="http://schemas.openxmlformats.org/officeDocument/2006/relationships/slideLayout" Target="../slideLayouts/slideLayout20.xml"/><Relationship Id="rId64" Type="http://schemas.openxmlformats.org/officeDocument/2006/relationships/slideLayout" Target="../slideLayouts/slideLayout64.xml"/><Relationship Id="rId63" Type="http://schemas.openxmlformats.org/officeDocument/2006/relationships/slideLayout" Target="../slideLayouts/slideLayout63.xml"/><Relationship Id="rId22" Type="http://schemas.openxmlformats.org/officeDocument/2006/relationships/slideLayout" Target="../slideLayouts/slideLayout22.xml"/><Relationship Id="rId66" Type="http://schemas.openxmlformats.org/officeDocument/2006/relationships/slideLayout" Target="../slideLayouts/slideLayout66.xml"/><Relationship Id="rId21" Type="http://schemas.openxmlformats.org/officeDocument/2006/relationships/slideLayout" Target="../slideLayouts/slideLayout21.xml"/><Relationship Id="rId65" Type="http://schemas.openxmlformats.org/officeDocument/2006/relationships/slideLayout" Target="../slideLayouts/slideLayout65.xml"/><Relationship Id="rId24" Type="http://schemas.openxmlformats.org/officeDocument/2006/relationships/slideLayout" Target="../slideLayouts/slideLayout24.xml"/><Relationship Id="rId68" Type="http://schemas.openxmlformats.org/officeDocument/2006/relationships/slideLayout" Target="../slideLayouts/slideLayout68.xml"/><Relationship Id="rId23" Type="http://schemas.openxmlformats.org/officeDocument/2006/relationships/slideLayout" Target="../slideLayouts/slideLayout23.xml"/><Relationship Id="rId67" Type="http://schemas.openxmlformats.org/officeDocument/2006/relationships/slideLayout" Target="../slideLayouts/slideLayout67.xml"/><Relationship Id="rId60" Type="http://schemas.openxmlformats.org/officeDocument/2006/relationships/slideLayout" Target="../slideLayouts/slideLayout60.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69" Type="http://schemas.openxmlformats.org/officeDocument/2006/relationships/slideLayout" Target="../slideLayouts/slideLayout6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slideLayout" Target="../slideLayouts/slideLayout51.xml"/><Relationship Id="rId95" Type="http://schemas.openxmlformats.org/officeDocument/2006/relationships/slideLayout" Target="../slideLayouts/slideLayout95.xml"/><Relationship Id="rId50" Type="http://schemas.openxmlformats.org/officeDocument/2006/relationships/slideLayout" Target="../slideLayouts/slideLayout50.xml"/><Relationship Id="rId94" Type="http://schemas.openxmlformats.org/officeDocument/2006/relationships/slideLayout" Target="../slideLayouts/slideLayout94.xml"/><Relationship Id="rId53" Type="http://schemas.openxmlformats.org/officeDocument/2006/relationships/slideLayout" Target="../slideLayouts/slideLayout53.xml"/><Relationship Id="rId52" Type="http://schemas.openxmlformats.org/officeDocument/2006/relationships/slideLayout" Target="../slideLayouts/slideLayout52.xml"/><Relationship Id="rId96" Type="http://schemas.openxmlformats.org/officeDocument/2006/relationships/theme" Target="../theme/theme2.xml"/><Relationship Id="rId11" Type="http://schemas.openxmlformats.org/officeDocument/2006/relationships/slideLayout" Target="../slideLayouts/slideLayout11.xml"/><Relationship Id="rId55" Type="http://schemas.openxmlformats.org/officeDocument/2006/relationships/slideLayout" Target="../slideLayouts/slideLayout55.xml"/><Relationship Id="rId10" Type="http://schemas.openxmlformats.org/officeDocument/2006/relationships/slideLayout" Target="../slideLayouts/slideLayout10.xml"/><Relationship Id="rId54" Type="http://schemas.openxmlformats.org/officeDocument/2006/relationships/slideLayout" Target="../slideLayouts/slideLayout54.xml"/><Relationship Id="rId13" Type="http://schemas.openxmlformats.org/officeDocument/2006/relationships/slideLayout" Target="../slideLayouts/slideLayout13.xml"/><Relationship Id="rId57" Type="http://schemas.openxmlformats.org/officeDocument/2006/relationships/slideLayout" Target="../slideLayouts/slideLayout57.xml"/><Relationship Id="rId12" Type="http://schemas.openxmlformats.org/officeDocument/2006/relationships/slideLayout" Target="../slideLayouts/slideLayout12.xml"/><Relationship Id="rId56" Type="http://schemas.openxmlformats.org/officeDocument/2006/relationships/slideLayout" Target="../slideLayouts/slideLayout56.xml"/><Relationship Id="rId91" Type="http://schemas.openxmlformats.org/officeDocument/2006/relationships/slideLayout" Target="../slideLayouts/slideLayout91.xml"/><Relationship Id="rId90" Type="http://schemas.openxmlformats.org/officeDocument/2006/relationships/slideLayout" Target="../slideLayouts/slideLayout90.xml"/><Relationship Id="rId93" Type="http://schemas.openxmlformats.org/officeDocument/2006/relationships/slideLayout" Target="../slideLayouts/slideLayout93.xml"/><Relationship Id="rId92" Type="http://schemas.openxmlformats.org/officeDocument/2006/relationships/slideLayout" Target="../slideLayouts/slideLayout92.xml"/><Relationship Id="rId15" Type="http://schemas.openxmlformats.org/officeDocument/2006/relationships/slideLayout" Target="../slideLayouts/slideLayout15.xml"/><Relationship Id="rId59" Type="http://schemas.openxmlformats.org/officeDocument/2006/relationships/slideLayout" Target="../slideLayouts/slideLayout59.xml"/><Relationship Id="rId14" Type="http://schemas.openxmlformats.org/officeDocument/2006/relationships/slideLayout" Target="../slideLayouts/slideLayout14.xml"/><Relationship Id="rId58" Type="http://schemas.openxmlformats.org/officeDocument/2006/relationships/slideLayout" Target="../slideLayouts/slideLayout5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FFFFFF"/>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99525" y="699525"/>
            <a:ext cx="7724400" cy="1710000"/>
          </a:xfrm>
          <a:prstGeom prst="rect">
            <a:avLst/>
          </a:prstGeom>
          <a:noFill/>
          <a:ln>
            <a:noFill/>
          </a:ln>
        </p:spPr>
        <p:txBody>
          <a:bodyPr anchorCtr="0" anchor="b" bIns="0" lIns="0" spcFirstLastPara="1" rIns="0" wrap="square" tIns="0">
            <a:noAutofit/>
          </a:bodyPr>
          <a:lstStyle>
            <a:lvl1pPr lvl="0"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1pPr>
            <a:lvl2pPr lvl="1"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2pPr>
            <a:lvl3pPr lvl="2"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3pPr>
            <a:lvl4pPr lvl="3"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4pPr>
            <a:lvl5pPr lvl="4"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5pPr>
            <a:lvl6pPr lvl="5"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6pPr>
            <a:lvl7pPr lvl="6"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7pPr>
            <a:lvl8pPr lvl="7"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8pPr>
            <a:lvl9pPr lvl="8" rtl="0">
              <a:lnSpc>
                <a:spcPct val="100000"/>
              </a:lnSpc>
              <a:spcBef>
                <a:spcPts val="0"/>
              </a:spcBef>
              <a:spcAft>
                <a:spcPts val="0"/>
              </a:spcAft>
              <a:buClr>
                <a:schemeClr val="dk1"/>
              </a:buClr>
              <a:buSzPts val="5600"/>
              <a:buFont typeface="Optimistic Medium"/>
              <a:buNone/>
              <a:defRPr sz="5600">
                <a:solidFill>
                  <a:schemeClr val="dk1"/>
                </a:solidFill>
                <a:latin typeface="Optimistic Medium"/>
                <a:ea typeface="Optimistic Medium"/>
                <a:cs typeface="Optimistic Medium"/>
                <a:sym typeface="Optimistic Medium"/>
              </a:defRPr>
            </a:lvl9pPr>
          </a:lstStyle>
          <a:p/>
        </p:txBody>
      </p:sp>
      <p:sp>
        <p:nvSpPr>
          <p:cNvPr id="7" name="Google Shape;7;p1"/>
          <p:cNvSpPr txBox="1"/>
          <p:nvPr>
            <p:ph idx="1" type="body"/>
          </p:nvPr>
        </p:nvSpPr>
        <p:spPr>
          <a:xfrm>
            <a:off x="699525" y="3877050"/>
            <a:ext cx="7724400" cy="5710500"/>
          </a:xfrm>
          <a:prstGeom prst="rect">
            <a:avLst/>
          </a:prstGeom>
          <a:noFill/>
          <a:ln>
            <a:noFill/>
          </a:ln>
        </p:spPr>
        <p:txBody>
          <a:bodyPr anchorCtr="0" anchor="t" bIns="0" lIns="0" spcFirstLastPara="1" rIns="0" wrap="square" tIns="0">
            <a:noAutofit/>
          </a:bodyPr>
          <a:lstStyle>
            <a:lvl1pPr indent="-342900" lvl="0" marL="457200" rtl="0">
              <a:lnSpc>
                <a:spcPct val="125000"/>
              </a:lnSpc>
              <a:spcBef>
                <a:spcPts val="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1pPr>
            <a:lvl2pPr indent="-342900" lvl="1" marL="914400" rtl="0">
              <a:lnSpc>
                <a:spcPct val="125000"/>
              </a:lnSpc>
              <a:spcBef>
                <a:spcPts val="100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2pPr>
            <a:lvl3pPr indent="-342900" lvl="2" marL="1371600" rtl="0">
              <a:lnSpc>
                <a:spcPct val="125000"/>
              </a:lnSpc>
              <a:spcBef>
                <a:spcPts val="100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3pPr>
            <a:lvl4pPr indent="-342900" lvl="3" marL="1828800" rtl="0">
              <a:lnSpc>
                <a:spcPct val="125000"/>
              </a:lnSpc>
              <a:spcBef>
                <a:spcPts val="100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4pPr>
            <a:lvl5pPr indent="-342900" lvl="4" marL="2286000" rtl="0">
              <a:lnSpc>
                <a:spcPct val="125000"/>
              </a:lnSpc>
              <a:spcBef>
                <a:spcPts val="100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5pPr>
            <a:lvl6pPr indent="-342900" lvl="5" marL="2743200" rtl="0">
              <a:lnSpc>
                <a:spcPct val="125000"/>
              </a:lnSpc>
              <a:spcBef>
                <a:spcPts val="100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6pPr>
            <a:lvl7pPr indent="-342900" lvl="6" marL="3200400" rtl="0">
              <a:lnSpc>
                <a:spcPct val="125000"/>
              </a:lnSpc>
              <a:spcBef>
                <a:spcPts val="100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7pPr>
            <a:lvl8pPr indent="-342900" lvl="7" marL="3657600" rtl="0">
              <a:lnSpc>
                <a:spcPct val="125000"/>
              </a:lnSpc>
              <a:spcBef>
                <a:spcPts val="1000"/>
              </a:spcBef>
              <a:spcAft>
                <a:spcPts val="0"/>
              </a:spcAft>
              <a:buClr>
                <a:schemeClr val="dk1"/>
              </a:buClr>
              <a:buSzPts val="1800"/>
              <a:buFont typeface="Optimistic"/>
              <a:buChar char="﹘"/>
              <a:defRPr sz="1800">
                <a:solidFill>
                  <a:schemeClr val="dk1"/>
                </a:solidFill>
                <a:latin typeface="Optimistic"/>
                <a:ea typeface="Optimistic"/>
                <a:cs typeface="Optimistic"/>
                <a:sym typeface="Optimistic"/>
              </a:defRPr>
            </a:lvl8pPr>
            <a:lvl9pPr indent="-342900" lvl="8" marL="4114800" rtl="0">
              <a:lnSpc>
                <a:spcPct val="125000"/>
              </a:lnSpc>
              <a:spcBef>
                <a:spcPts val="1000"/>
              </a:spcBef>
              <a:spcAft>
                <a:spcPts val="1000"/>
              </a:spcAft>
              <a:buClr>
                <a:schemeClr val="dk1"/>
              </a:buClr>
              <a:buSzPts val="1800"/>
              <a:buFont typeface="Optimistic"/>
              <a:buChar char="﹘"/>
              <a:defRPr sz="1800">
                <a:solidFill>
                  <a:schemeClr val="dk1"/>
                </a:solidFill>
                <a:latin typeface="Optimistic"/>
                <a:ea typeface="Optimistic"/>
                <a:cs typeface="Optimistic"/>
                <a:sym typeface="Optimistic"/>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 id="2147483711" r:id="rId64"/>
    <p:sldLayoutId id="2147483712" r:id="rId65"/>
    <p:sldLayoutId id="2147483713" r:id="rId66"/>
    <p:sldLayoutId id="2147483714" r:id="rId67"/>
    <p:sldLayoutId id="2147483715" r:id="rId68"/>
    <p:sldLayoutId id="2147483716" r:id="rId69"/>
    <p:sldLayoutId id="2147483717" r:id="rId70"/>
    <p:sldLayoutId id="2147483718" r:id="rId71"/>
    <p:sldLayoutId id="2147483719" r:id="rId72"/>
    <p:sldLayoutId id="2147483720" r:id="rId73"/>
    <p:sldLayoutId id="2147483721" r:id="rId74"/>
    <p:sldLayoutId id="2147483722" r:id="rId75"/>
    <p:sldLayoutId id="2147483723" r:id="rId76"/>
    <p:sldLayoutId id="2147483724" r:id="rId77"/>
    <p:sldLayoutId id="2147483725" r:id="rId78"/>
    <p:sldLayoutId id="2147483726" r:id="rId79"/>
    <p:sldLayoutId id="2147483727" r:id="rId80"/>
    <p:sldLayoutId id="2147483728" r:id="rId81"/>
    <p:sldLayoutId id="2147483729" r:id="rId82"/>
    <p:sldLayoutId id="2147483730" r:id="rId83"/>
    <p:sldLayoutId id="2147483731" r:id="rId84"/>
    <p:sldLayoutId id="2147483732" r:id="rId85"/>
    <p:sldLayoutId id="2147483733" r:id="rId86"/>
    <p:sldLayoutId id="2147483734" r:id="rId87"/>
    <p:sldLayoutId id="2147483735" r:id="rId88"/>
    <p:sldLayoutId id="2147483736" r:id="rId89"/>
    <p:sldLayoutId id="2147483737" r:id="rId90"/>
    <p:sldLayoutId id="2147483738" r:id="rId91"/>
    <p:sldLayoutId id="2147483739" r:id="rId92"/>
    <p:sldLayoutId id="2147483740" r:id="rId93"/>
    <p:sldLayoutId id="2147483741" r:id="rId94"/>
    <p:sldLayoutId id="2147483742" r:id="rId9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240">
          <p15:clr>
            <a:srgbClr val="EA4335"/>
          </p15:clr>
        </p15:guide>
        <p15:guide id="2" pos="5760">
          <p15:clr>
            <a:srgbClr val="EA4335"/>
          </p15:clr>
        </p15:guide>
        <p15:guide id="3" pos="264">
          <p15:clr>
            <a:srgbClr val="EA4335"/>
          </p15:clr>
        </p15:guide>
        <p15:guide id="4" orient="horz" pos="264">
          <p15:clr>
            <a:srgbClr val="EA4335"/>
          </p15:clr>
        </p15:guide>
        <p15:guide id="5" pos="11256">
          <p15:clr>
            <a:srgbClr val="EA4335"/>
          </p15:clr>
        </p15:guide>
        <p15:guide id="6" orient="horz" pos="5997">
          <p15:clr>
            <a:srgbClr val="EA4335"/>
          </p15:clr>
        </p15:guide>
        <p15:guide id="7" pos="729">
          <p15:clr>
            <a:srgbClr val="EA4335"/>
          </p15:clr>
        </p15:guide>
        <p15:guide id="8" pos="1197">
          <p15:clr>
            <a:srgbClr val="EA4335"/>
          </p15:clr>
        </p15:guide>
        <p15:guide id="9" pos="1899">
          <p15:clr>
            <a:srgbClr val="EA4335"/>
          </p15:clr>
        </p15:guide>
        <p15:guide id="10" pos="3537">
          <p15:clr>
            <a:srgbClr val="EA4335"/>
          </p15:clr>
        </p15:guide>
        <p15:guide id="11" pos="3771">
          <p15:clr>
            <a:srgbClr val="EA4335"/>
          </p15:clr>
        </p15:guide>
        <p15:guide id="12" pos="4707">
          <p15:clr>
            <a:srgbClr val="EA4335"/>
          </p15:clr>
        </p15:guide>
        <p15:guide id="13" pos="5175">
          <p15:clr>
            <a:srgbClr val="EA4335"/>
          </p15:clr>
        </p15:guide>
        <p15:guide id="14" pos="7746">
          <p15:clr>
            <a:srgbClr val="EA4335"/>
          </p15:clr>
        </p15:guide>
        <p15:guide id="15" pos="8214">
          <p15:clr>
            <a:srgbClr val="EA4335"/>
          </p15:clr>
        </p15:guide>
        <p15:guide id="16" pos="8913">
          <p15:clr>
            <a:srgbClr val="EA4335"/>
          </p15:clr>
        </p15:guide>
        <p15:guide id="17" pos="498">
          <p15:clr>
            <a:srgbClr val="EA4335"/>
          </p15:clr>
        </p15:guide>
        <p15:guide id="18" pos="966">
          <p15:clr>
            <a:srgbClr val="EA4335"/>
          </p15:clr>
        </p15:guide>
        <p15:guide id="19" pos="1431">
          <p15:clr>
            <a:srgbClr val="EA4335"/>
          </p15:clr>
        </p15:guide>
        <p15:guide id="20" pos="1665">
          <p15:clr>
            <a:srgbClr val="EA4335"/>
          </p15:clr>
        </p15:guide>
        <p15:guide id="21" pos="4239">
          <p15:clr>
            <a:srgbClr val="EA4335"/>
          </p15:clr>
        </p15:guide>
        <p15:guide id="22" pos="4005">
          <p15:clr>
            <a:srgbClr val="EA4335"/>
          </p15:clr>
        </p15:guide>
        <p15:guide id="23" pos="4470">
          <p15:clr>
            <a:srgbClr val="EA4335"/>
          </p15:clr>
        </p15:guide>
        <p15:guide id="24" pos="4941">
          <p15:clr>
            <a:srgbClr val="EA4335"/>
          </p15:clr>
        </p15:guide>
        <p15:guide id="25" pos="5409">
          <p15:clr>
            <a:srgbClr val="EA4335"/>
          </p15:clr>
        </p15:guide>
        <p15:guide id="26" pos="7980">
          <p15:clr>
            <a:srgbClr val="EA4335"/>
          </p15:clr>
        </p15:guide>
        <p15:guide id="27" pos="8682">
          <p15:clr>
            <a:srgbClr val="EA4335"/>
          </p15:clr>
        </p15:guide>
        <p15:guide id="28" pos="9618">
          <p15:clr>
            <a:srgbClr val="EA4335"/>
          </p15:clr>
        </p15:guide>
        <p15:guide id="29" pos="2133">
          <p15:clr>
            <a:srgbClr val="EA4335"/>
          </p15:clr>
        </p15:guide>
        <p15:guide id="30" pos="2367">
          <p15:clr>
            <a:srgbClr val="EA4335"/>
          </p15:clr>
        </p15:guide>
        <p15:guide id="31" pos="2601">
          <p15:clr>
            <a:srgbClr val="EA4335"/>
          </p15:clr>
        </p15:guide>
        <p15:guide id="32" pos="2835">
          <p15:clr>
            <a:srgbClr val="EA4335"/>
          </p15:clr>
        </p15:guide>
        <p15:guide id="33" pos="3069">
          <p15:clr>
            <a:srgbClr val="EA4335"/>
          </p15:clr>
        </p15:guide>
        <p15:guide id="34" pos="3303">
          <p15:clr>
            <a:srgbClr val="EA4335"/>
          </p15:clr>
        </p15:guide>
        <p15:guide id="35" pos="5643">
          <p15:clr>
            <a:srgbClr val="EA4335"/>
          </p15:clr>
        </p15:guide>
        <p15:guide id="36" pos="5877">
          <p15:clr>
            <a:srgbClr val="EA4335"/>
          </p15:clr>
        </p15:guide>
        <p15:guide id="37" pos="6108">
          <p15:clr>
            <a:srgbClr val="EA4335"/>
          </p15:clr>
        </p15:guide>
        <p15:guide id="38" pos="6342">
          <p15:clr>
            <a:srgbClr val="EA4335"/>
          </p15:clr>
        </p15:guide>
        <p15:guide id="39" pos="6576">
          <p15:clr>
            <a:srgbClr val="EA4335"/>
          </p15:clr>
        </p15:guide>
        <p15:guide id="40" pos="6813">
          <p15:clr>
            <a:srgbClr val="EA4335"/>
          </p15:clr>
        </p15:guide>
        <p15:guide id="41" pos="7047">
          <p15:clr>
            <a:srgbClr val="EA4335"/>
          </p15:clr>
        </p15:guide>
        <p15:guide id="42" pos="7278">
          <p15:clr>
            <a:srgbClr val="EA4335"/>
          </p15:clr>
        </p15:guide>
        <p15:guide id="43" pos="7512">
          <p15:clr>
            <a:srgbClr val="EA4335"/>
          </p15:clr>
        </p15:guide>
        <p15:guide id="44" pos="8445">
          <p15:clr>
            <a:srgbClr val="EA4335"/>
          </p15:clr>
        </p15:guide>
        <p15:guide id="45" pos="9150">
          <p15:clr>
            <a:srgbClr val="EA4335"/>
          </p15:clr>
        </p15:guide>
        <p15:guide id="46" pos="9381">
          <p15:clr>
            <a:srgbClr val="EA4335"/>
          </p15:clr>
        </p15:guide>
        <p15:guide id="47" pos="9852">
          <p15:clr>
            <a:srgbClr val="EA4335"/>
          </p15:clr>
        </p15:guide>
        <p15:guide id="48" pos="10086">
          <p15:clr>
            <a:srgbClr val="EA4335"/>
          </p15:clr>
        </p15:guide>
        <p15:guide id="49" pos="10320">
          <p15:clr>
            <a:srgbClr val="EA4335"/>
          </p15:clr>
        </p15:guide>
        <p15:guide id="50" pos="10551">
          <p15:clr>
            <a:srgbClr val="EA4335"/>
          </p15:clr>
        </p15:guide>
        <p15:guide id="51" pos="10785">
          <p15:clr>
            <a:srgbClr val="EA4335"/>
          </p15:clr>
        </p15:guide>
        <p15:guide id="52" pos="11019">
          <p15:clr>
            <a:srgbClr val="EA4335"/>
          </p15:clr>
        </p15:guide>
        <p15:guide id="53" orient="horz" pos="480">
          <p15:clr>
            <a:srgbClr val="EA4335"/>
          </p15:clr>
        </p15:guide>
        <p15:guide id="54" orient="horz" pos="702">
          <p15:clr>
            <a:srgbClr val="EA4335"/>
          </p15:clr>
        </p15:guide>
        <p15:guide id="55" orient="horz" pos="927">
          <p15:clr>
            <a:srgbClr val="EA4335"/>
          </p15:clr>
        </p15:guide>
        <p15:guide id="56" orient="horz" pos="1146">
          <p15:clr>
            <a:srgbClr val="EA4335"/>
          </p15:clr>
        </p15:guide>
        <p15:guide id="57" orient="horz" pos="1365">
          <p15:clr>
            <a:srgbClr val="EA4335"/>
          </p15:clr>
        </p15:guide>
        <p15:guide id="58" orient="horz" pos="1587">
          <p15:clr>
            <a:srgbClr val="EA4335"/>
          </p15:clr>
        </p15:guide>
        <p15:guide id="59" orient="horz" pos="1806">
          <p15:clr>
            <a:srgbClr val="EA4335"/>
          </p15:clr>
        </p15:guide>
        <p15:guide id="60" orient="horz" pos="2028">
          <p15:clr>
            <a:srgbClr val="EA4335"/>
          </p15:clr>
        </p15:guide>
        <p15:guide id="61" orient="horz" pos="2250">
          <p15:clr>
            <a:srgbClr val="EA4335"/>
          </p15:clr>
        </p15:guide>
        <p15:guide id="62" orient="horz" pos="2469">
          <p15:clr>
            <a:srgbClr val="EA4335"/>
          </p15:clr>
        </p15:guide>
        <p15:guide id="63" orient="horz" pos="2688">
          <p15:clr>
            <a:srgbClr val="EA4335"/>
          </p15:clr>
        </p15:guide>
        <p15:guide id="64" orient="horz" pos="2907">
          <p15:clr>
            <a:srgbClr val="EA4335"/>
          </p15:clr>
        </p15:guide>
        <p15:guide id="65" orient="horz" pos="3123">
          <p15:clr>
            <a:srgbClr val="EA4335"/>
          </p15:clr>
        </p15:guide>
        <p15:guide id="66" orient="horz" pos="3351">
          <p15:clr>
            <a:srgbClr val="EA4335"/>
          </p15:clr>
        </p15:guide>
        <p15:guide id="67" orient="horz" pos="3570">
          <p15:clr>
            <a:srgbClr val="EA4335"/>
          </p15:clr>
        </p15:guide>
        <p15:guide id="68" orient="horz" pos="3789">
          <p15:clr>
            <a:srgbClr val="EA4335"/>
          </p15:clr>
        </p15:guide>
        <p15:guide id="69" orient="horz" pos="4011">
          <p15:clr>
            <a:srgbClr val="EA4335"/>
          </p15:clr>
        </p15:guide>
        <p15:guide id="70" orient="horz" pos="4230">
          <p15:clr>
            <a:srgbClr val="EA4335"/>
          </p15:clr>
        </p15:guide>
        <p15:guide id="71" orient="horz" pos="4449">
          <p15:clr>
            <a:srgbClr val="EA4335"/>
          </p15:clr>
        </p15:guide>
        <p15:guide id="72" orient="horz" pos="4671">
          <p15:clr>
            <a:srgbClr val="EA4335"/>
          </p15:clr>
        </p15:guide>
        <p15:guide id="73" orient="horz" pos="4893">
          <p15:clr>
            <a:srgbClr val="EA4335"/>
          </p15:clr>
        </p15:guide>
        <p15:guide id="74" orient="horz" pos="5112">
          <p15:clr>
            <a:srgbClr val="EA4335"/>
          </p15:clr>
        </p15:guide>
        <p15:guide id="75" orient="horz" pos="5331">
          <p15:clr>
            <a:srgbClr val="EA4335"/>
          </p15:clr>
        </p15:guide>
        <p15:guide id="76" orient="horz" pos="5553">
          <p15:clr>
            <a:srgbClr val="EA4335"/>
          </p15:clr>
        </p15:guide>
        <p15:guide id="77" orient="horz" pos="5772">
          <p15:clr>
            <a:srgbClr val="EA4335"/>
          </p15:clr>
        </p15:guide>
        <p15:guide id="78" orient="horz" pos="621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hrnmeta/custom-taskops"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97"/>
          <p:cNvSpPr txBox="1"/>
          <p:nvPr/>
        </p:nvSpPr>
        <p:spPr>
          <a:xfrm>
            <a:off x="889000" y="1206500"/>
            <a:ext cx="16509900" cy="762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400">
                <a:solidFill>
                  <a:srgbClr val="0668E1"/>
                </a:solidFill>
              </a:rPr>
              <a:t>CUSTOM TASKOPS</a:t>
            </a:r>
            <a:endParaRPr b="1" sz="2400">
              <a:solidFill>
                <a:srgbClr val="0668E1"/>
              </a:solidFill>
            </a:endParaRPr>
          </a:p>
        </p:txBody>
      </p:sp>
      <p:sp>
        <p:nvSpPr>
          <p:cNvPr id="541" name="Google Shape;541;p97"/>
          <p:cNvSpPr/>
          <p:nvPr/>
        </p:nvSpPr>
        <p:spPr>
          <a:xfrm>
            <a:off x="889000" y="2514600"/>
            <a:ext cx="1778100" cy="88800"/>
          </a:xfrm>
          <a:prstGeom prst="rect">
            <a:avLst/>
          </a:prstGeom>
          <a:solidFill>
            <a:srgbClr val="0668E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542" name="Google Shape;542;p97"/>
          <p:cNvSpPr txBox="1"/>
          <p:nvPr/>
        </p:nvSpPr>
        <p:spPr>
          <a:xfrm>
            <a:off x="889000" y="3200400"/>
            <a:ext cx="16509900" cy="1841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7600">
                <a:solidFill>
                  <a:srgbClr val="1C2B33"/>
                </a:solidFill>
              </a:rPr>
              <a:t>Custom TaskOps</a:t>
            </a:r>
            <a:endParaRPr b="1" sz="7600">
              <a:solidFill>
                <a:srgbClr val="1C2B33"/>
              </a:solidFill>
            </a:endParaRPr>
          </a:p>
        </p:txBody>
      </p:sp>
      <p:sp>
        <p:nvSpPr>
          <p:cNvPr id="543" name="Google Shape;543;p97"/>
          <p:cNvSpPr txBox="1"/>
          <p:nvPr/>
        </p:nvSpPr>
        <p:spPr>
          <a:xfrm>
            <a:off x="889000" y="5461000"/>
            <a:ext cx="15875100" cy="1269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 sz="3200">
                <a:solidFill>
                  <a:srgbClr val="1C2B33"/>
                </a:solidFill>
              </a:rPr>
              <a:t>Automated validation. Consistent iteration.</a:t>
            </a:r>
            <a:endParaRPr sz="3200">
              <a:solidFill>
                <a:srgbClr val="1C2B33"/>
              </a:solidFill>
            </a:endParaRPr>
          </a:p>
          <a:p>
            <a:pPr indent="0" lvl="0" marL="0" rtl="0" algn="l">
              <a:lnSpc>
                <a:spcPct val="110000"/>
              </a:lnSpc>
              <a:spcBef>
                <a:spcPts val="600"/>
              </a:spcBef>
              <a:spcAft>
                <a:spcPts val="600"/>
              </a:spcAft>
              <a:buNone/>
            </a:pPr>
            <a:r>
              <a:rPr lang="en" sz="3200">
                <a:solidFill>
                  <a:srgbClr val="1C2B33"/>
                </a:solidFill>
              </a:rPr>
              <a:t>A workflow you can customize.</a:t>
            </a:r>
            <a:endParaRPr sz="3200">
              <a:solidFill>
                <a:srgbClr val="1C2B33"/>
              </a:solidFill>
            </a:endParaRPr>
          </a:p>
        </p:txBody>
      </p:sp>
      <p:sp>
        <p:nvSpPr>
          <p:cNvPr id="544" name="Google Shape;544;p97"/>
          <p:cNvSpPr txBox="1"/>
          <p:nvPr/>
        </p:nvSpPr>
        <p:spPr>
          <a:xfrm>
            <a:off x="889000" y="7797800"/>
            <a:ext cx="13970100" cy="952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3200">
                <a:solidFill>
                  <a:srgbClr val="0668E1"/>
                </a:solidFill>
              </a:rPr>
              <a:t>Hugo Ng</a:t>
            </a:r>
            <a:endParaRPr b="1" sz="3200">
              <a:solidFill>
                <a:srgbClr val="0668E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8" name="Shape 548"/>
        <p:cNvGrpSpPr/>
        <p:nvPr/>
      </p:nvGrpSpPr>
      <p:grpSpPr>
        <a:xfrm>
          <a:off x="0" y="0"/>
          <a:ext cx="0" cy="0"/>
          <a:chOff x="0" y="0"/>
          <a:chExt cx="0" cy="0"/>
        </a:xfrm>
      </p:grpSpPr>
      <p:sp>
        <p:nvSpPr>
          <p:cNvPr id="549" name="Google Shape;549;p98"/>
          <p:cNvSpPr txBox="1"/>
          <p:nvPr>
            <p:ph idx="1" type="subTitle"/>
          </p:nvPr>
        </p:nvSpPr>
        <p:spPr>
          <a:xfrm>
            <a:off x="790565" y="8942832"/>
            <a:ext cx="2811900" cy="6948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t/>
            </a:r>
            <a:endParaRPr/>
          </a:p>
        </p:txBody>
      </p:sp>
      <p:sp>
        <p:nvSpPr>
          <p:cNvPr id="550" name="Google Shape;550;p98"/>
          <p:cNvSpPr txBox="1"/>
          <p:nvPr>
            <p:ph idx="2" type="subTitle"/>
          </p:nvPr>
        </p:nvSpPr>
        <p:spPr>
          <a:xfrm>
            <a:off x="4317205" y="8942832"/>
            <a:ext cx="2811900" cy="6948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t/>
            </a:r>
            <a:endParaRPr/>
          </a:p>
        </p:txBody>
      </p:sp>
      <p:sp>
        <p:nvSpPr>
          <p:cNvPr id="551" name="Google Shape;551;p98"/>
          <p:cNvSpPr txBox="1"/>
          <p:nvPr>
            <p:ph idx="3" type="subTitle"/>
          </p:nvPr>
        </p:nvSpPr>
        <p:spPr>
          <a:xfrm>
            <a:off x="7843845" y="8942832"/>
            <a:ext cx="2811900" cy="6948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t/>
            </a:r>
            <a:endParaRPr/>
          </a:p>
        </p:txBody>
      </p:sp>
      <p:sp>
        <p:nvSpPr>
          <p:cNvPr id="552" name="Google Shape;552;p98"/>
          <p:cNvSpPr txBox="1"/>
          <p:nvPr>
            <p:ph idx="4" type="subTitle"/>
          </p:nvPr>
        </p:nvSpPr>
        <p:spPr>
          <a:xfrm>
            <a:off x="9461500" y="5778500"/>
            <a:ext cx="15875100" cy="11430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b="0" lang="en" sz="3200">
                <a:solidFill>
                  <a:srgbClr val="1C2B33"/>
                </a:solidFill>
                <a:latin typeface="Arial"/>
                <a:ea typeface="Arial"/>
                <a:cs typeface="Arial"/>
                <a:sym typeface="Arial"/>
              </a:rPr>
              <a:t> </a:t>
            </a:r>
            <a:endParaRPr b="0" sz="3200">
              <a:solidFill>
                <a:srgbClr val="1C2B33"/>
              </a:solidFill>
              <a:latin typeface="Arial"/>
              <a:ea typeface="Arial"/>
              <a:cs typeface="Arial"/>
              <a:sym typeface="Arial"/>
            </a:endParaRPr>
          </a:p>
        </p:txBody>
      </p:sp>
      <p:sp>
        <p:nvSpPr>
          <p:cNvPr id="553" name="Google Shape;553;p98"/>
          <p:cNvSpPr txBox="1"/>
          <p:nvPr/>
        </p:nvSpPr>
        <p:spPr>
          <a:xfrm>
            <a:off x="889000" y="698500"/>
            <a:ext cx="16509900" cy="1333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4200">
                <a:solidFill>
                  <a:srgbClr val="1C2B33"/>
                </a:solidFill>
              </a:rPr>
              <a:t>Why I built Custom TaskOps</a:t>
            </a:r>
            <a:endParaRPr b="1" sz="4200">
              <a:solidFill>
                <a:srgbClr val="1C2B33"/>
              </a:solidFill>
            </a:endParaRPr>
          </a:p>
        </p:txBody>
      </p:sp>
      <p:sp>
        <p:nvSpPr>
          <p:cNvPr id="554" name="Google Shape;554;p98"/>
          <p:cNvSpPr txBox="1"/>
          <p:nvPr/>
        </p:nvSpPr>
        <p:spPr>
          <a:xfrm>
            <a:off x="889000" y="2159000"/>
            <a:ext cx="16509900" cy="952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2800">
                <a:solidFill>
                  <a:srgbClr val="1C2B33"/>
                </a:solidFill>
              </a:rPr>
              <a:t>Different task modifications need the same checks—and the same repair loop.</a:t>
            </a:r>
            <a:endParaRPr sz="2800">
              <a:solidFill>
                <a:srgbClr val="1C2B33"/>
              </a:solidFill>
            </a:endParaRPr>
          </a:p>
        </p:txBody>
      </p:sp>
      <p:sp>
        <p:nvSpPr>
          <p:cNvPr id="555" name="Google Shape;555;p98"/>
          <p:cNvSpPr/>
          <p:nvPr/>
        </p:nvSpPr>
        <p:spPr>
          <a:xfrm>
            <a:off x="9461500" y="3683000"/>
            <a:ext cx="7937400" cy="3810000"/>
          </a:xfrm>
          <a:prstGeom prst="roundRect">
            <a:avLst>
              <a:gd fmla="val 16667" name="adj"/>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556" name="Google Shape;556;p98"/>
          <p:cNvSpPr txBox="1"/>
          <p:nvPr/>
        </p:nvSpPr>
        <p:spPr>
          <a:xfrm>
            <a:off x="9740900" y="3975100"/>
            <a:ext cx="7378800" cy="825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3000">
                <a:solidFill>
                  <a:srgbClr val="0668E1"/>
                </a:solidFill>
              </a:rPr>
              <a:t>Common checks</a:t>
            </a:r>
            <a:endParaRPr b="1" sz="3000">
              <a:solidFill>
                <a:srgbClr val="0668E1"/>
              </a:solidFill>
            </a:endParaRPr>
          </a:p>
        </p:txBody>
      </p:sp>
      <p:sp>
        <p:nvSpPr>
          <p:cNvPr id="557" name="Google Shape;557;p98"/>
          <p:cNvSpPr txBox="1"/>
          <p:nvPr/>
        </p:nvSpPr>
        <p:spPr>
          <a:xfrm>
            <a:off x="9740900" y="4953000"/>
            <a:ext cx="7378800" cy="2412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 sz="2400">
                <a:solidFill>
                  <a:srgbClr val="1C2B33"/>
                </a:solidFill>
              </a:rPr>
              <a:t>Oracle / setup correctness</a:t>
            </a:r>
            <a:endParaRPr sz="2400">
              <a:solidFill>
                <a:srgbClr val="1C2B33"/>
              </a:solidFill>
            </a:endParaRPr>
          </a:p>
          <a:p>
            <a:pPr indent="0" lvl="0" marL="0" rtl="0" algn="l">
              <a:lnSpc>
                <a:spcPct val="110000"/>
              </a:lnSpc>
              <a:spcBef>
                <a:spcPts val="600"/>
              </a:spcBef>
              <a:spcAft>
                <a:spcPts val="0"/>
              </a:spcAft>
              <a:buNone/>
            </a:pPr>
            <a:r>
              <a:rPr lang="en" sz="2400">
                <a:solidFill>
                  <a:srgbClr val="1C2B33"/>
                </a:solidFill>
              </a:rPr>
              <a:t>Spec clarity / test alignment</a:t>
            </a:r>
            <a:endParaRPr sz="2400">
              <a:solidFill>
                <a:srgbClr val="1C2B33"/>
              </a:solidFill>
            </a:endParaRPr>
          </a:p>
          <a:p>
            <a:pPr indent="0" lvl="0" marL="0" rtl="0" algn="l">
              <a:lnSpc>
                <a:spcPct val="110000"/>
              </a:lnSpc>
              <a:spcBef>
                <a:spcPts val="600"/>
              </a:spcBef>
              <a:spcAft>
                <a:spcPts val="600"/>
              </a:spcAft>
              <a:buNone/>
            </a:pPr>
            <a:r>
              <a:rPr lang="en" sz="2400">
                <a:solidFill>
                  <a:srgbClr val="1C2B33"/>
                </a:solidFill>
              </a:rPr>
              <a:t>Resistance to reward hacking</a:t>
            </a:r>
            <a:endParaRPr sz="2400">
              <a:solidFill>
                <a:srgbClr val="1C2B33"/>
              </a:solidFill>
            </a:endParaRPr>
          </a:p>
        </p:txBody>
      </p:sp>
      <p:sp>
        <p:nvSpPr>
          <p:cNvPr id="558" name="Google Shape;558;p98"/>
          <p:cNvSpPr/>
          <p:nvPr/>
        </p:nvSpPr>
        <p:spPr>
          <a:xfrm>
            <a:off x="889000" y="3683000"/>
            <a:ext cx="7937400" cy="3810000"/>
          </a:xfrm>
          <a:prstGeom prst="roundRect">
            <a:avLst>
              <a:gd fmla="val 16667" name="adj"/>
            </a:avLst>
          </a:prstGeom>
          <a:solidFill>
            <a:srgbClr val="EAF2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559" name="Google Shape;559;p98"/>
          <p:cNvSpPr txBox="1"/>
          <p:nvPr/>
        </p:nvSpPr>
        <p:spPr>
          <a:xfrm>
            <a:off x="1168400" y="3975100"/>
            <a:ext cx="7378800" cy="825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3000">
                <a:solidFill>
                  <a:srgbClr val="0668E1"/>
                </a:solidFill>
              </a:rPr>
              <a:t>Entry points</a:t>
            </a:r>
            <a:endParaRPr b="1" sz="3000">
              <a:solidFill>
                <a:srgbClr val="0668E1"/>
              </a:solidFill>
            </a:endParaRPr>
          </a:p>
        </p:txBody>
      </p:sp>
      <p:sp>
        <p:nvSpPr>
          <p:cNvPr id="560" name="Google Shape;560;p98"/>
          <p:cNvSpPr txBox="1"/>
          <p:nvPr/>
        </p:nvSpPr>
        <p:spPr>
          <a:xfrm>
            <a:off x="1168400" y="4953000"/>
            <a:ext cx="7378800" cy="2412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 sz="2400">
                <a:solidFill>
                  <a:srgbClr val="1C2B33"/>
                </a:solidFill>
              </a:rPr>
              <a:t>Create a task</a:t>
            </a:r>
            <a:endParaRPr sz="2400">
              <a:solidFill>
                <a:srgbClr val="1C2B33"/>
              </a:solidFill>
            </a:endParaRPr>
          </a:p>
          <a:p>
            <a:pPr indent="0" lvl="0" marL="0" rtl="0" algn="l">
              <a:lnSpc>
                <a:spcPct val="110000"/>
              </a:lnSpc>
              <a:spcBef>
                <a:spcPts val="600"/>
              </a:spcBef>
              <a:spcAft>
                <a:spcPts val="0"/>
              </a:spcAft>
              <a:buNone/>
            </a:pPr>
            <a:r>
              <a:rPr lang="en" sz="2400">
                <a:solidFill>
                  <a:srgbClr val="1C2B33"/>
                </a:solidFill>
              </a:rPr>
              <a:t>Harden it</a:t>
            </a:r>
            <a:endParaRPr sz="2400">
              <a:solidFill>
                <a:srgbClr val="1C2B33"/>
              </a:solidFill>
            </a:endParaRPr>
          </a:p>
          <a:p>
            <a:pPr indent="0" lvl="0" marL="0" rtl="0" algn="l">
              <a:lnSpc>
                <a:spcPct val="110000"/>
              </a:lnSpc>
              <a:spcBef>
                <a:spcPts val="600"/>
              </a:spcBef>
              <a:spcAft>
                <a:spcPts val="0"/>
              </a:spcAft>
              <a:buNone/>
            </a:pPr>
            <a:r>
              <a:rPr lang="en" sz="2400">
                <a:solidFill>
                  <a:srgbClr val="1C2B33"/>
                </a:solidFill>
              </a:rPr>
              <a:t>Extend context</a:t>
            </a:r>
            <a:endParaRPr sz="2400">
              <a:solidFill>
                <a:srgbClr val="1C2B33"/>
              </a:solidFill>
            </a:endParaRPr>
          </a:p>
          <a:p>
            <a:pPr indent="0" lvl="0" marL="0" rtl="0" algn="l">
              <a:lnSpc>
                <a:spcPct val="110000"/>
              </a:lnSpc>
              <a:spcBef>
                <a:spcPts val="600"/>
              </a:spcBef>
              <a:spcAft>
                <a:spcPts val="600"/>
              </a:spcAft>
              <a:buNone/>
            </a:pPr>
            <a:r>
              <a:rPr lang="en" sz="2400">
                <a:solidFill>
                  <a:srgbClr val="1C2B33"/>
                </a:solidFill>
              </a:rPr>
              <a:t>Resolve review findings</a:t>
            </a:r>
            <a:endParaRPr sz="2400">
              <a:solidFill>
                <a:srgbClr val="1C2B33"/>
              </a:solidFill>
            </a:endParaRPr>
          </a:p>
        </p:txBody>
      </p:sp>
      <p:sp>
        <p:nvSpPr>
          <p:cNvPr id="561" name="Google Shape;561;p98"/>
          <p:cNvSpPr/>
          <p:nvPr/>
        </p:nvSpPr>
        <p:spPr>
          <a:xfrm>
            <a:off x="889000" y="8191500"/>
            <a:ext cx="16509900" cy="1016100"/>
          </a:xfrm>
          <a:prstGeom prst="roundRect">
            <a:avLst>
              <a:gd fmla="val 16667" name="adj"/>
            </a:avLst>
          </a:prstGeom>
          <a:solidFill>
            <a:srgbClr val="EAF2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562" name="Google Shape;562;p98"/>
          <p:cNvSpPr txBox="1"/>
          <p:nvPr/>
        </p:nvSpPr>
        <p:spPr>
          <a:xfrm>
            <a:off x="1117600" y="8382000"/>
            <a:ext cx="16002000" cy="825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sz="2400">
                <a:solidFill>
                  <a:srgbClr val="0668E1"/>
                </a:solidFill>
              </a:rPr>
              <a:t>One command runs shared checks, applies fixes, and rechecks.</a:t>
            </a:r>
            <a:endParaRPr b="1" sz="2400">
              <a:solidFill>
                <a:srgbClr val="0668E1"/>
              </a:solidFill>
            </a:endParaRPr>
          </a:p>
          <a:p>
            <a:pPr indent="0" lvl="0" marL="0" rtl="0" algn="l">
              <a:lnSpc>
                <a:spcPct val="100000"/>
              </a:lnSpc>
              <a:spcBef>
                <a:spcPts val="0"/>
              </a:spcBef>
              <a:spcAft>
                <a:spcPts val="0"/>
              </a:spcAft>
              <a:buNone/>
            </a:pPr>
            <a:r>
              <a:rPr b="1" lang="en" sz="2400">
                <a:solidFill>
                  <a:srgbClr val="0668E1"/>
                </a:solidFill>
              </a:rPr>
              <a:t>Replace repeated verification and repair prompts with a consistent loop.</a:t>
            </a:r>
            <a:endParaRPr b="1" sz="2400">
              <a:solidFill>
                <a:srgbClr val="0668E1"/>
              </a:solidFill>
            </a:endParaRPr>
          </a:p>
        </p:txBody>
      </p:sp>
      <p:sp>
        <p:nvSpPr>
          <p:cNvPr id="563" name="Google Shape;563;p98"/>
          <p:cNvSpPr txBox="1"/>
          <p:nvPr/>
        </p:nvSpPr>
        <p:spPr>
          <a:xfrm>
            <a:off x="889000" y="9550400"/>
            <a:ext cx="139701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600">
                <a:solidFill>
                  <a:srgbClr val="0668E1"/>
                </a:solidFill>
              </a:rPr>
              <a:t>CUSTOM TASKOPS  /  2</a:t>
            </a:r>
            <a:endParaRPr sz="1600">
              <a:solidFill>
                <a:srgbClr val="0668E1"/>
              </a:solidFill>
            </a:endParaRPr>
          </a:p>
        </p:txBody>
      </p:sp>
      <p:cxnSp>
        <p:nvCxnSpPr>
          <p:cNvPr id="564" name="Google Shape;564;p98"/>
          <p:cNvCxnSpPr/>
          <p:nvPr/>
        </p:nvCxnSpPr>
        <p:spPr>
          <a:xfrm>
            <a:off x="8915400" y="5588000"/>
            <a:ext cx="457200" cy="0"/>
          </a:xfrm>
          <a:prstGeom prst="straightConnector1">
            <a:avLst/>
          </a:prstGeom>
          <a:noFill/>
          <a:ln cap="flat" cmpd="sng" w="12700">
            <a:solidFill>
              <a:srgbClr val="0668E1"/>
            </a:solidFill>
            <a:prstDash val="solid"/>
            <a:round/>
            <a:headEnd len="med" w="med" type="none"/>
            <a:tailEnd len="med" w="med" type="triangl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99"/>
          <p:cNvSpPr txBox="1"/>
          <p:nvPr>
            <p:ph type="title"/>
          </p:nvPr>
        </p:nvSpPr>
        <p:spPr>
          <a:xfrm>
            <a:off x="889000" y="825500"/>
            <a:ext cx="16509900" cy="16509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b="1" lang="en" sz="4200">
                <a:solidFill>
                  <a:srgbClr val="1C2B33"/>
                </a:solidFill>
                <a:latin typeface="Arial"/>
                <a:ea typeface="Arial"/>
                <a:cs typeface="Arial"/>
                <a:sym typeface="Arial"/>
              </a:rPr>
              <a:t> </a:t>
            </a:r>
            <a:endParaRPr b="1" sz="4200">
              <a:solidFill>
                <a:srgbClr val="1C2B33"/>
              </a:solidFill>
              <a:latin typeface="Arial"/>
              <a:ea typeface="Arial"/>
              <a:cs typeface="Arial"/>
              <a:sym typeface="Arial"/>
            </a:endParaRPr>
          </a:p>
        </p:txBody>
      </p:sp>
      <p:sp>
        <p:nvSpPr>
          <p:cNvPr id="570" name="Google Shape;570;p99"/>
          <p:cNvSpPr txBox="1"/>
          <p:nvPr>
            <p:ph idx="1" type="body"/>
          </p:nvPr>
        </p:nvSpPr>
        <p:spPr>
          <a:xfrm>
            <a:off x="889000" y="2730500"/>
            <a:ext cx="16509900" cy="58419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lang="en" sz="3200">
                <a:solidFill>
                  <a:srgbClr val="1C2B33"/>
                </a:solidFill>
                <a:latin typeface="Arial"/>
                <a:ea typeface="Arial"/>
                <a:cs typeface="Arial"/>
                <a:sym typeface="Arial"/>
              </a:rPr>
              <a:t> </a:t>
            </a:r>
            <a:endParaRPr sz="3200">
              <a:solidFill>
                <a:srgbClr val="1C2B33"/>
              </a:solidFill>
              <a:latin typeface="Arial"/>
              <a:ea typeface="Arial"/>
              <a:cs typeface="Arial"/>
              <a:sym typeface="Arial"/>
            </a:endParaRPr>
          </a:p>
        </p:txBody>
      </p:sp>
      <p:sp>
        <p:nvSpPr>
          <p:cNvPr id="571" name="Google Shape;571;p99"/>
          <p:cNvSpPr txBox="1"/>
          <p:nvPr/>
        </p:nvSpPr>
        <p:spPr>
          <a:xfrm>
            <a:off x="889000" y="698500"/>
            <a:ext cx="16509900" cy="1333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4200">
                <a:solidFill>
                  <a:srgbClr val="1C2B33"/>
                </a:solidFill>
              </a:rPr>
              <a:t>One workflow, from request to validated commit</a:t>
            </a:r>
            <a:endParaRPr b="1" sz="4200">
              <a:solidFill>
                <a:srgbClr val="1C2B33"/>
              </a:solidFill>
            </a:endParaRPr>
          </a:p>
        </p:txBody>
      </p:sp>
      <p:cxnSp>
        <p:nvCxnSpPr>
          <p:cNvPr id="572" name="Google Shape;572;p99"/>
          <p:cNvCxnSpPr/>
          <p:nvPr/>
        </p:nvCxnSpPr>
        <p:spPr>
          <a:xfrm>
            <a:off x="1463548" y="6032500"/>
            <a:ext cx="267600" cy="0"/>
          </a:xfrm>
          <a:prstGeom prst="straightConnector1">
            <a:avLst/>
          </a:prstGeom>
          <a:noFill/>
          <a:ln cap="flat" cmpd="sng" w="8250">
            <a:solidFill>
              <a:srgbClr val="64748B"/>
            </a:solidFill>
            <a:prstDash val="solid"/>
            <a:round/>
            <a:headEnd len="med" w="med" type="none"/>
            <a:tailEnd len="med" w="med" type="triangle"/>
          </a:ln>
        </p:spPr>
      </p:cxnSp>
      <p:cxnSp>
        <p:nvCxnSpPr>
          <p:cNvPr id="573" name="Google Shape;573;p99"/>
          <p:cNvCxnSpPr/>
          <p:nvPr/>
        </p:nvCxnSpPr>
        <p:spPr>
          <a:xfrm rot="10800000">
            <a:off x="1384300" y="3655102"/>
            <a:ext cx="0" cy="2050500"/>
          </a:xfrm>
          <a:prstGeom prst="straightConnector1">
            <a:avLst/>
          </a:prstGeom>
          <a:noFill/>
          <a:ln cap="flat" cmpd="sng" w="8250">
            <a:solidFill>
              <a:srgbClr val="64748B"/>
            </a:solidFill>
            <a:prstDash val="solid"/>
            <a:round/>
            <a:headEnd len="med" w="med" type="none"/>
            <a:tailEnd len="med" w="med" type="none"/>
          </a:ln>
        </p:spPr>
      </p:cxnSp>
      <p:cxnSp>
        <p:nvCxnSpPr>
          <p:cNvPr id="574" name="Google Shape;574;p99"/>
          <p:cNvCxnSpPr/>
          <p:nvPr/>
        </p:nvCxnSpPr>
        <p:spPr>
          <a:xfrm>
            <a:off x="1384300" y="3655060"/>
            <a:ext cx="346800" cy="0"/>
          </a:xfrm>
          <a:prstGeom prst="straightConnector1">
            <a:avLst/>
          </a:prstGeom>
          <a:noFill/>
          <a:ln cap="flat" cmpd="sng" w="8250">
            <a:solidFill>
              <a:srgbClr val="64748B"/>
            </a:solidFill>
            <a:prstDash val="solid"/>
            <a:round/>
            <a:headEnd len="med" w="med" type="none"/>
            <a:tailEnd len="med" w="med" type="triangle"/>
          </a:ln>
        </p:spPr>
      </p:cxnSp>
      <p:cxnSp>
        <p:nvCxnSpPr>
          <p:cNvPr id="575" name="Google Shape;575;p99"/>
          <p:cNvCxnSpPr/>
          <p:nvPr/>
        </p:nvCxnSpPr>
        <p:spPr>
          <a:xfrm>
            <a:off x="3266440" y="3655060"/>
            <a:ext cx="346800" cy="0"/>
          </a:xfrm>
          <a:prstGeom prst="straightConnector1">
            <a:avLst/>
          </a:prstGeom>
          <a:noFill/>
          <a:ln cap="flat" cmpd="sng" w="8250">
            <a:solidFill>
              <a:srgbClr val="64748B"/>
            </a:solidFill>
            <a:prstDash val="solid"/>
            <a:round/>
            <a:headEnd len="med" w="med" type="none"/>
            <a:tailEnd len="med" w="med" type="triangle"/>
          </a:ln>
        </p:spPr>
      </p:cxnSp>
      <p:cxnSp>
        <p:nvCxnSpPr>
          <p:cNvPr id="576" name="Google Shape;576;p99"/>
          <p:cNvCxnSpPr/>
          <p:nvPr/>
        </p:nvCxnSpPr>
        <p:spPr>
          <a:xfrm>
            <a:off x="4276852" y="4051300"/>
            <a:ext cx="0" cy="1485900"/>
          </a:xfrm>
          <a:prstGeom prst="straightConnector1">
            <a:avLst/>
          </a:prstGeom>
          <a:noFill/>
          <a:ln cap="flat" cmpd="sng" w="8250">
            <a:solidFill>
              <a:srgbClr val="64748B"/>
            </a:solidFill>
            <a:prstDash val="solid"/>
            <a:round/>
            <a:headEnd len="med" w="med" type="none"/>
            <a:tailEnd len="med" w="med" type="triangle"/>
          </a:ln>
        </p:spPr>
      </p:cxnSp>
      <p:sp>
        <p:nvSpPr>
          <p:cNvPr id="577" name="Google Shape;577;p99"/>
          <p:cNvSpPr txBox="1"/>
          <p:nvPr/>
        </p:nvSpPr>
        <p:spPr>
          <a:xfrm>
            <a:off x="4356100" y="4893310"/>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create</a:t>
            </a:r>
            <a:endParaRPr sz="1070">
              <a:solidFill>
                <a:srgbClr val="64748B"/>
              </a:solidFill>
            </a:endParaRPr>
          </a:p>
        </p:txBody>
      </p:sp>
      <p:cxnSp>
        <p:nvCxnSpPr>
          <p:cNvPr id="578" name="Google Shape;578;p99"/>
          <p:cNvCxnSpPr/>
          <p:nvPr/>
        </p:nvCxnSpPr>
        <p:spPr>
          <a:xfrm>
            <a:off x="5148580" y="3655060"/>
            <a:ext cx="297300" cy="0"/>
          </a:xfrm>
          <a:prstGeom prst="straightConnector1">
            <a:avLst/>
          </a:prstGeom>
          <a:noFill/>
          <a:ln cap="flat" cmpd="sng" w="8250">
            <a:solidFill>
              <a:srgbClr val="64748B"/>
            </a:solidFill>
            <a:prstDash val="solid"/>
            <a:round/>
            <a:headEnd len="med" w="med" type="none"/>
            <a:tailEnd len="med" w="med" type="none"/>
          </a:ln>
        </p:spPr>
      </p:cxnSp>
      <p:cxnSp>
        <p:nvCxnSpPr>
          <p:cNvPr id="579" name="Google Shape;579;p99"/>
          <p:cNvCxnSpPr/>
          <p:nvPr/>
        </p:nvCxnSpPr>
        <p:spPr>
          <a:xfrm rot="10800000">
            <a:off x="5445760" y="2862460"/>
            <a:ext cx="0" cy="792600"/>
          </a:xfrm>
          <a:prstGeom prst="straightConnector1">
            <a:avLst/>
          </a:prstGeom>
          <a:noFill/>
          <a:ln cap="flat" cmpd="sng" w="8250">
            <a:solidFill>
              <a:srgbClr val="64748B"/>
            </a:solidFill>
            <a:prstDash val="solid"/>
            <a:round/>
            <a:headEnd len="med" w="med" type="none"/>
            <a:tailEnd len="med" w="med" type="none"/>
          </a:ln>
        </p:spPr>
      </p:cxnSp>
      <p:cxnSp>
        <p:nvCxnSpPr>
          <p:cNvPr id="580" name="Google Shape;580;p99"/>
          <p:cNvCxnSpPr/>
          <p:nvPr/>
        </p:nvCxnSpPr>
        <p:spPr>
          <a:xfrm>
            <a:off x="5445760" y="2862580"/>
            <a:ext cx="11213700" cy="0"/>
          </a:xfrm>
          <a:prstGeom prst="straightConnector1">
            <a:avLst/>
          </a:prstGeom>
          <a:noFill/>
          <a:ln cap="flat" cmpd="sng" w="8250">
            <a:solidFill>
              <a:srgbClr val="64748B"/>
            </a:solidFill>
            <a:prstDash val="solid"/>
            <a:round/>
            <a:headEnd len="med" w="med" type="none"/>
            <a:tailEnd len="med" w="med" type="none"/>
          </a:ln>
        </p:spPr>
      </p:cxnSp>
      <p:cxnSp>
        <p:nvCxnSpPr>
          <p:cNvPr id="581" name="Google Shape;581;p99"/>
          <p:cNvCxnSpPr/>
          <p:nvPr/>
        </p:nvCxnSpPr>
        <p:spPr>
          <a:xfrm>
            <a:off x="16659352" y="2862580"/>
            <a:ext cx="0" cy="2843100"/>
          </a:xfrm>
          <a:prstGeom prst="straightConnector1">
            <a:avLst/>
          </a:prstGeom>
          <a:noFill/>
          <a:ln cap="flat" cmpd="sng" w="8250">
            <a:solidFill>
              <a:srgbClr val="64748B"/>
            </a:solidFill>
            <a:prstDash val="solid"/>
            <a:round/>
            <a:headEnd len="med" w="med" type="none"/>
            <a:tailEnd len="med" w="med" type="triangle"/>
          </a:ln>
        </p:spPr>
      </p:cxnSp>
      <p:sp>
        <p:nvSpPr>
          <p:cNvPr id="582" name="Google Shape;582;p99"/>
          <p:cNvSpPr txBox="1"/>
          <p:nvPr/>
        </p:nvSpPr>
        <p:spPr>
          <a:xfrm>
            <a:off x="10101580" y="2565400"/>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proposals only</a:t>
            </a:r>
            <a:endParaRPr sz="1070">
              <a:solidFill>
                <a:srgbClr val="64748B"/>
              </a:solidFill>
            </a:endParaRPr>
          </a:p>
        </p:txBody>
      </p:sp>
      <p:cxnSp>
        <p:nvCxnSpPr>
          <p:cNvPr id="583" name="Google Shape;583;p99"/>
          <p:cNvCxnSpPr/>
          <p:nvPr/>
        </p:nvCxnSpPr>
        <p:spPr>
          <a:xfrm>
            <a:off x="3266440" y="6032500"/>
            <a:ext cx="346800" cy="0"/>
          </a:xfrm>
          <a:prstGeom prst="straightConnector1">
            <a:avLst/>
          </a:prstGeom>
          <a:noFill/>
          <a:ln cap="flat" cmpd="sng" w="8250">
            <a:solidFill>
              <a:srgbClr val="64748B"/>
            </a:solidFill>
            <a:prstDash val="solid"/>
            <a:round/>
            <a:headEnd len="med" w="med" type="none"/>
            <a:tailEnd len="med" w="med" type="triangle"/>
          </a:ln>
        </p:spPr>
      </p:cxnSp>
      <p:cxnSp>
        <p:nvCxnSpPr>
          <p:cNvPr id="584" name="Google Shape;584;p99"/>
          <p:cNvCxnSpPr/>
          <p:nvPr/>
        </p:nvCxnSpPr>
        <p:spPr>
          <a:xfrm>
            <a:off x="4950460" y="5834380"/>
            <a:ext cx="445800" cy="0"/>
          </a:xfrm>
          <a:prstGeom prst="straightConnector1">
            <a:avLst/>
          </a:prstGeom>
          <a:noFill/>
          <a:ln cap="flat" cmpd="sng" w="8250">
            <a:solidFill>
              <a:srgbClr val="64748B"/>
            </a:solidFill>
            <a:prstDash val="solid"/>
            <a:round/>
            <a:headEnd len="med" w="med" type="none"/>
            <a:tailEnd len="med" w="med" type="none"/>
          </a:ln>
        </p:spPr>
      </p:cxnSp>
      <p:cxnSp>
        <p:nvCxnSpPr>
          <p:cNvPr id="585" name="Google Shape;585;p99"/>
          <p:cNvCxnSpPr/>
          <p:nvPr/>
        </p:nvCxnSpPr>
        <p:spPr>
          <a:xfrm rot="10800000">
            <a:off x="5396230" y="4695280"/>
            <a:ext cx="0" cy="1139100"/>
          </a:xfrm>
          <a:prstGeom prst="straightConnector1">
            <a:avLst/>
          </a:prstGeom>
          <a:noFill/>
          <a:ln cap="flat" cmpd="sng" w="8250">
            <a:solidFill>
              <a:srgbClr val="64748B"/>
            </a:solidFill>
            <a:prstDash val="solid"/>
            <a:round/>
            <a:headEnd len="med" w="med" type="none"/>
            <a:tailEnd len="med" w="med" type="none"/>
          </a:ln>
        </p:spPr>
      </p:cxnSp>
      <p:cxnSp>
        <p:nvCxnSpPr>
          <p:cNvPr id="586" name="Google Shape;586;p99"/>
          <p:cNvCxnSpPr/>
          <p:nvPr/>
        </p:nvCxnSpPr>
        <p:spPr>
          <a:xfrm>
            <a:off x="5396230" y="4695190"/>
            <a:ext cx="495300" cy="0"/>
          </a:xfrm>
          <a:prstGeom prst="straightConnector1">
            <a:avLst/>
          </a:prstGeom>
          <a:noFill/>
          <a:ln cap="flat" cmpd="sng" w="8250">
            <a:solidFill>
              <a:srgbClr val="64748B"/>
            </a:solidFill>
            <a:prstDash val="solid"/>
            <a:round/>
            <a:headEnd len="med" w="med" type="none"/>
            <a:tailEnd len="med" w="med" type="triangle"/>
          </a:ln>
        </p:spPr>
      </p:cxnSp>
      <p:sp>
        <p:nvSpPr>
          <p:cNvPr id="587" name="Google Shape;587;p99"/>
          <p:cNvSpPr txBox="1"/>
          <p:nvPr/>
        </p:nvSpPr>
        <p:spPr>
          <a:xfrm>
            <a:off x="5198110" y="5240020"/>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research needed</a:t>
            </a:r>
            <a:endParaRPr sz="1070">
              <a:solidFill>
                <a:srgbClr val="64748B"/>
              </a:solidFill>
            </a:endParaRPr>
          </a:p>
        </p:txBody>
      </p:sp>
      <p:cxnSp>
        <p:nvCxnSpPr>
          <p:cNvPr id="588" name="Google Shape;588;p99"/>
          <p:cNvCxnSpPr/>
          <p:nvPr/>
        </p:nvCxnSpPr>
        <p:spPr>
          <a:xfrm>
            <a:off x="4950460" y="6032500"/>
            <a:ext cx="941100" cy="0"/>
          </a:xfrm>
          <a:prstGeom prst="straightConnector1">
            <a:avLst/>
          </a:prstGeom>
          <a:noFill/>
          <a:ln cap="flat" cmpd="sng" w="8250">
            <a:solidFill>
              <a:srgbClr val="64748B"/>
            </a:solidFill>
            <a:prstDash val="solid"/>
            <a:round/>
            <a:headEnd len="med" w="med" type="none"/>
            <a:tailEnd len="med" w="med" type="triangle"/>
          </a:ln>
        </p:spPr>
      </p:cxnSp>
      <p:sp>
        <p:nvSpPr>
          <p:cNvPr id="589" name="Google Shape;589;p99"/>
          <p:cNvSpPr txBox="1"/>
          <p:nvPr/>
        </p:nvSpPr>
        <p:spPr>
          <a:xfrm>
            <a:off x="5138674" y="5735320"/>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direct</a:t>
            </a:r>
            <a:endParaRPr sz="1070">
              <a:solidFill>
                <a:srgbClr val="64748B"/>
              </a:solidFill>
            </a:endParaRPr>
          </a:p>
        </p:txBody>
      </p:sp>
      <p:cxnSp>
        <p:nvCxnSpPr>
          <p:cNvPr id="590" name="Google Shape;590;p99"/>
          <p:cNvCxnSpPr/>
          <p:nvPr/>
        </p:nvCxnSpPr>
        <p:spPr>
          <a:xfrm>
            <a:off x="6555232" y="5091430"/>
            <a:ext cx="0" cy="445800"/>
          </a:xfrm>
          <a:prstGeom prst="straightConnector1">
            <a:avLst/>
          </a:prstGeom>
          <a:noFill/>
          <a:ln cap="flat" cmpd="sng" w="8250">
            <a:solidFill>
              <a:srgbClr val="64748B"/>
            </a:solidFill>
            <a:prstDash val="solid"/>
            <a:round/>
            <a:headEnd len="med" w="med" type="none"/>
            <a:tailEnd len="med" w="med" type="triangle"/>
          </a:ln>
        </p:spPr>
      </p:cxnSp>
      <p:cxnSp>
        <p:nvCxnSpPr>
          <p:cNvPr id="591" name="Google Shape;591;p99"/>
          <p:cNvCxnSpPr/>
          <p:nvPr/>
        </p:nvCxnSpPr>
        <p:spPr>
          <a:xfrm>
            <a:off x="7228840" y="6032500"/>
            <a:ext cx="346800" cy="0"/>
          </a:xfrm>
          <a:prstGeom prst="straightConnector1">
            <a:avLst/>
          </a:prstGeom>
          <a:noFill/>
          <a:ln cap="flat" cmpd="sng" w="8250">
            <a:solidFill>
              <a:srgbClr val="64748B"/>
            </a:solidFill>
            <a:prstDash val="solid"/>
            <a:round/>
            <a:headEnd len="med" w="med" type="none"/>
            <a:tailEnd len="med" w="med" type="triangle"/>
          </a:ln>
        </p:spPr>
      </p:cxnSp>
      <p:cxnSp>
        <p:nvCxnSpPr>
          <p:cNvPr id="592" name="Google Shape;592;p99"/>
          <p:cNvCxnSpPr/>
          <p:nvPr/>
        </p:nvCxnSpPr>
        <p:spPr>
          <a:xfrm>
            <a:off x="9061450" y="6032500"/>
            <a:ext cx="247800" cy="0"/>
          </a:xfrm>
          <a:prstGeom prst="straightConnector1">
            <a:avLst/>
          </a:prstGeom>
          <a:noFill/>
          <a:ln cap="flat" cmpd="sng" w="8250">
            <a:solidFill>
              <a:srgbClr val="64748B"/>
            </a:solidFill>
            <a:prstDash val="solid"/>
            <a:round/>
            <a:headEnd len="med" w="med" type="none"/>
            <a:tailEnd len="med" w="med" type="triangle"/>
          </a:ln>
        </p:spPr>
      </p:cxnSp>
      <p:cxnSp>
        <p:nvCxnSpPr>
          <p:cNvPr id="593" name="Google Shape;593;p99"/>
          <p:cNvCxnSpPr/>
          <p:nvPr/>
        </p:nvCxnSpPr>
        <p:spPr>
          <a:xfrm>
            <a:off x="10250170" y="6032500"/>
            <a:ext cx="247800" cy="0"/>
          </a:xfrm>
          <a:prstGeom prst="straightConnector1">
            <a:avLst/>
          </a:prstGeom>
          <a:noFill/>
          <a:ln cap="flat" cmpd="sng" w="8250">
            <a:solidFill>
              <a:srgbClr val="64748B"/>
            </a:solidFill>
            <a:prstDash val="solid"/>
            <a:round/>
            <a:headEnd len="med" w="med" type="none"/>
            <a:tailEnd len="med" w="med" type="triangle"/>
          </a:ln>
        </p:spPr>
      </p:cxnSp>
      <p:sp>
        <p:nvSpPr>
          <p:cNvPr id="594" name="Google Shape;594;p99"/>
          <p:cNvSpPr txBox="1"/>
          <p:nvPr/>
        </p:nvSpPr>
        <p:spPr>
          <a:xfrm>
            <a:off x="10240264" y="5249926"/>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yes</a:t>
            </a:r>
            <a:endParaRPr sz="1070">
              <a:solidFill>
                <a:srgbClr val="64748B"/>
              </a:solidFill>
            </a:endParaRPr>
          </a:p>
        </p:txBody>
      </p:sp>
      <p:cxnSp>
        <p:nvCxnSpPr>
          <p:cNvPr id="595" name="Google Shape;595;p99"/>
          <p:cNvCxnSpPr/>
          <p:nvPr/>
        </p:nvCxnSpPr>
        <p:spPr>
          <a:xfrm rot="10800000">
            <a:off x="7407250" y="7439152"/>
            <a:ext cx="168300" cy="0"/>
          </a:xfrm>
          <a:prstGeom prst="straightConnector1">
            <a:avLst/>
          </a:prstGeom>
          <a:noFill/>
          <a:ln cap="flat" cmpd="sng" w="8250">
            <a:solidFill>
              <a:srgbClr val="A33232"/>
            </a:solidFill>
            <a:prstDash val="solid"/>
            <a:round/>
            <a:headEnd len="med" w="med" type="none"/>
            <a:tailEnd len="med" w="med" type="none"/>
          </a:ln>
        </p:spPr>
      </p:cxnSp>
      <p:cxnSp>
        <p:nvCxnSpPr>
          <p:cNvPr id="596" name="Google Shape;596;p99"/>
          <p:cNvCxnSpPr/>
          <p:nvPr/>
        </p:nvCxnSpPr>
        <p:spPr>
          <a:xfrm rot="10800000">
            <a:off x="7407148" y="6379252"/>
            <a:ext cx="0" cy="1059900"/>
          </a:xfrm>
          <a:prstGeom prst="straightConnector1">
            <a:avLst/>
          </a:prstGeom>
          <a:noFill/>
          <a:ln cap="flat" cmpd="sng" w="8250">
            <a:solidFill>
              <a:srgbClr val="A33232"/>
            </a:solidFill>
            <a:prstDash val="solid"/>
            <a:round/>
            <a:headEnd len="med" w="med" type="none"/>
            <a:tailEnd len="med" w="med" type="none"/>
          </a:ln>
        </p:spPr>
      </p:cxnSp>
      <p:cxnSp>
        <p:nvCxnSpPr>
          <p:cNvPr id="597" name="Google Shape;597;p99"/>
          <p:cNvCxnSpPr/>
          <p:nvPr/>
        </p:nvCxnSpPr>
        <p:spPr>
          <a:xfrm>
            <a:off x="7407148" y="6379210"/>
            <a:ext cx="168300" cy="0"/>
          </a:xfrm>
          <a:prstGeom prst="straightConnector1">
            <a:avLst/>
          </a:prstGeom>
          <a:noFill/>
          <a:ln cap="flat" cmpd="sng" w="8250">
            <a:solidFill>
              <a:srgbClr val="A33232"/>
            </a:solidFill>
            <a:prstDash val="solid"/>
            <a:round/>
            <a:headEnd len="med" w="med" type="none"/>
            <a:tailEnd len="med" w="med" type="triangle"/>
          </a:ln>
        </p:spPr>
      </p:cxnSp>
      <p:sp>
        <p:nvSpPr>
          <p:cNvPr id="598" name="Google Shape;598;p99"/>
          <p:cNvSpPr txBox="1"/>
          <p:nvPr/>
        </p:nvSpPr>
        <p:spPr>
          <a:xfrm>
            <a:off x="6713728" y="7221220"/>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A33232"/>
                </a:solidFill>
              </a:rPr>
              <a:t>next attempt</a:t>
            </a:r>
            <a:endParaRPr sz="1070">
              <a:solidFill>
                <a:srgbClr val="A33232"/>
              </a:solidFill>
            </a:endParaRPr>
          </a:p>
        </p:txBody>
      </p:sp>
      <p:cxnSp>
        <p:nvCxnSpPr>
          <p:cNvPr id="599" name="Google Shape;599;p99"/>
          <p:cNvCxnSpPr/>
          <p:nvPr/>
        </p:nvCxnSpPr>
        <p:spPr>
          <a:xfrm>
            <a:off x="12033250" y="6032500"/>
            <a:ext cx="247800" cy="0"/>
          </a:xfrm>
          <a:prstGeom prst="straightConnector1">
            <a:avLst/>
          </a:prstGeom>
          <a:noFill/>
          <a:ln cap="flat" cmpd="sng" w="8250">
            <a:solidFill>
              <a:srgbClr val="64748B"/>
            </a:solidFill>
            <a:prstDash val="solid"/>
            <a:round/>
            <a:headEnd len="med" w="med" type="none"/>
            <a:tailEnd len="med" w="med" type="triangle"/>
          </a:ln>
        </p:spPr>
      </p:cxnSp>
      <p:cxnSp>
        <p:nvCxnSpPr>
          <p:cNvPr id="600" name="Google Shape;600;p99"/>
          <p:cNvCxnSpPr/>
          <p:nvPr/>
        </p:nvCxnSpPr>
        <p:spPr>
          <a:xfrm>
            <a:off x="13221970" y="6032500"/>
            <a:ext cx="247800" cy="0"/>
          </a:xfrm>
          <a:prstGeom prst="straightConnector1">
            <a:avLst/>
          </a:prstGeom>
          <a:noFill/>
          <a:ln cap="flat" cmpd="sng" w="8250">
            <a:solidFill>
              <a:srgbClr val="64748B"/>
            </a:solidFill>
            <a:prstDash val="solid"/>
            <a:round/>
            <a:headEnd len="med" w="med" type="none"/>
            <a:tailEnd len="med" w="med" type="triangle"/>
          </a:ln>
        </p:spPr>
      </p:cxnSp>
      <p:sp>
        <p:nvSpPr>
          <p:cNvPr id="601" name="Google Shape;601;p99"/>
          <p:cNvSpPr txBox="1"/>
          <p:nvPr/>
        </p:nvSpPr>
        <p:spPr>
          <a:xfrm>
            <a:off x="13202158" y="5249926"/>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yes</a:t>
            </a:r>
            <a:endParaRPr sz="1070">
              <a:solidFill>
                <a:srgbClr val="64748B"/>
              </a:solidFill>
            </a:endParaRPr>
          </a:p>
        </p:txBody>
      </p:sp>
      <p:cxnSp>
        <p:nvCxnSpPr>
          <p:cNvPr id="602" name="Google Shape;602;p99"/>
          <p:cNvCxnSpPr/>
          <p:nvPr/>
        </p:nvCxnSpPr>
        <p:spPr>
          <a:xfrm>
            <a:off x="14608810" y="6032500"/>
            <a:ext cx="247800" cy="0"/>
          </a:xfrm>
          <a:prstGeom prst="straightConnector1">
            <a:avLst/>
          </a:prstGeom>
          <a:noFill/>
          <a:ln cap="flat" cmpd="sng" w="8250">
            <a:solidFill>
              <a:srgbClr val="64748B"/>
            </a:solidFill>
            <a:prstDash val="solid"/>
            <a:round/>
            <a:headEnd len="med" w="med" type="none"/>
            <a:tailEnd len="med" w="med" type="triangle"/>
          </a:ln>
        </p:spPr>
      </p:cxnSp>
      <p:sp>
        <p:nvSpPr>
          <p:cNvPr id="603" name="Google Shape;603;p99"/>
          <p:cNvSpPr txBox="1"/>
          <p:nvPr/>
        </p:nvSpPr>
        <p:spPr>
          <a:xfrm>
            <a:off x="14410690" y="5249926"/>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yes / N/A</a:t>
            </a:r>
            <a:endParaRPr sz="1070">
              <a:solidFill>
                <a:srgbClr val="64748B"/>
              </a:solidFill>
            </a:endParaRPr>
          </a:p>
        </p:txBody>
      </p:sp>
      <p:cxnSp>
        <p:nvCxnSpPr>
          <p:cNvPr id="604" name="Google Shape;604;p99"/>
          <p:cNvCxnSpPr/>
          <p:nvPr/>
        </p:nvCxnSpPr>
        <p:spPr>
          <a:xfrm>
            <a:off x="12746482" y="6527800"/>
            <a:ext cx="0" cy="396300"/>
          </a:xfrm>
          <a:prstGeom prst="straightConnector1">
            <a:avLst/>
          </a:prstGeom>
          <a:noFill/>
          <a:ln cap="flat" cmpd="sng" w="8250">
            <a:solidFill>
              <a:srgbClr val="A33232"/>
            </a:solidFill>
            <a:prstDash val="solid"/>
            <a:round/>
            <a:headEnd len="med" w="med" type="none"/>
            <a:tailEnd len="med" w="med" type="none"/>
          </a:ln>
        </p:spPr>
      </p:cxnSp>
      <p:cxnSp>
        <p:nvCxnSpPr>
          <p:cNvPr id="605" name="Google Shape;605;p99"/>
          <p:cNvCxnSpPr/>
          <p:nvPr/>
        </p:nvCxnSpPr>
        <p:spPr>
          <a:xfrm rot="10800000">
            <a:off x="12132382" y="6924040"/>
            <a:ext cx="614100" cy="0"/>
          </a:xfrm>
          <a:prstGeom prst="straightConnector1">
            <a:avLst/>
          </a:prstGeom>
          <a:noFill/>
          <a:ln cap="flat" cmpd="sng" w="8250">
            <a:solidFill>
              <a:srgbClr val="A33232"/>
            </a:solidFill>
            <a:prstDash val="solid"/>
            <a:round/>
            <a:headEnd len="med" w="med" type="none"/>
            <a:tailEnd len="med" w="med" type="none"/>
          </a:ln>
        </p:spPr>
      </p:cxnSp>
      <p:cxnSp>
        <p:nvCxnSpPr>
          <p:cNvPr id="606" name="Google Shape;606;p99"/>
          <p:cNvCxnSpPr/>
          <p:nvPr/>
        </p:nvCxnSpPr>
        <p:spPr>
          <a:xfrm>
            <a:off x="12132310" y="6924040"/>
            <a:ext cx="0" cy="99000"/>
          </a:xfrm>
          <a:prstGeom prst="straightConnector1">
            <a:avLst/>
          </a:prstGeom>
          <a:noFill/>
          <a:ln cap="flat" cmpd="sng" w="8250">
            <a:solidFill>
              <a:srgbClr val="A33232"/>
            </a:solidFill>
            <a:prstDash val="solid"/>
            <a:round/>
            <a:headEnd len="med" w="med" type="none"/>
            <a:tailEnd len="med" w="med" type="triangle"/>
          </a:ln>
        </p:spPr>
      </p:cxnSp>
      <p:sp>
        <p:nvSpPr>
          <p:cNvPr id="607" name="Google Shape;607;p99"/>
          <p:cNvSpPr txBox="1"/>
          <p:nvPr/>
        </p:nvSpPr>
        <p:spPr>
          <a:xfrm>
            <a:off x="12845542" y="6597142"/>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A33232"/>
                </a:solidFill>
              </a:rPr>
              <a:t>needs fixes</a:t>
            </a:r>
            <a:endParaRPr sz="1070">
              <a:solidFill>
                <a:srgbClr val="A33232"/>
              </a:solidFill>
            </a:endParaRPr>
          </a:p>
        </p:txBody>
      </p:sp>
      <p:cxnSp>
        <p:nvCxnSpPr>
          <p:cNvPr id="608" name="Google Shape;608;p99"/>
          <p:cNvCxnSpPr/>
          <p:nvPr/>
        </p:nvCxnSpPr>
        <p:spPr>
          <a:xfrm rot="10800000">
            <a:off x="9061360" y="7439152"/>
            <a:ext cx="2328000" cy="0"/>
          </a:xfrm>
          <a:prstGeom prst="straightConnector1">
            <a:avLst/>
          </a:prstGeom>
          <a:noFill/>
          <a:ln cap="flat" cmpd="sng" w="8250">
            <a:solidFill>
              <a:srgbClr val="A33232"/>
            </a:solidFill>
            <a:prstDash val="solid"/>
            <a:round/>
            <a:headEnd len="med" w="med" type="none"/>
            <a:tailEnd len="med" w="med" type="triangle"/>
          </a:ln>
        </p:spPr>
      </p:cxnSp>
      <p:sp>
        <p:nvSpPr>
          <p:cNvPr id="609" name="Google Shape;609;p99"/>
          <p:cNvSpPr txBox="1"/>
          <p:nvPr/>
        </p:nvSpPr>
        <p:spPr>
          <a:xfrm>
            <a:off x="10032238" y="7112254"/>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A33232"/>
                </a:solidFill>
              </a:rPr>
              <a:t>no: repair</a:t>
            </a:r>
            <a:endParaRPr sz="1070">
              <a:solidFill>
                <a:srgbClr val="A33232"/>
              </a:solidFill>
            </a:endParaRPr>
          </a:p>
        </p:txBody>
      </p:sp>
      <p:cxnSp>
        <p:nvCxnSpPr>
          <p:cNvPr id="610" name="Google Shape;610;p99"/>
          <p:cNvCxnSpPr/>
          <p:nvPr/>
        </p:nvCxnSpPr>
        <p:spPr>
          <a:xfrm>
            <a:off x="12875260" y="7439152"/>
            <a:ext cx="1981200" cy="0"/>
          </a:xfrm>
          <a:prstGeom prst="straightConnector1">
            <a:avLst/>
          </a:prstGeom>
          <a:noFill/>
          <a:ln cap="flat" cmpd="sng" w="8250">
            <a:solidFill>
              <a:srgbClr val="64748B"/>
            </a:solidFill>
            <a:prstDash val="solid"/>
            <a:round/>
            <a:headEnd len="med" w="med" type="none"/>
            <a:tailEnd len="med" w="med" type="triangle"/>
          </a:ln>
        </p:spPr>
      </p:cxnSp>
      <p:sp>
        <p:nvSpPr>
          <p:cNvPr id="611" name="Google Shape;611;p99"/>
          <p:cNvSpPr txBox="1"/>
          <p:nvPr/>
        </p:nvSpPr>
        <p:spPr>
          <a:xfrm>
            <a:off x="14163040" y="7112254"/>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64748B"/>
                </a:solidFill>
              </a:rPr>
              <a:t>yes</a:t>
            </a:r>
            <a:endParaRPr sz="1070">
              <a:solidFill>
                <a:srgbClr val="64748B"/>
              </a:solidFill>
            </a:endParaRPr>
          </a:p>
        </p:txBody>
      </p:sp>
      <p:cxnSp>
        <p:nvCxnSpPr>
          <p:cNvPr id="612" name="Google Shape;612;p99"/>
          <p:cNvCxnSpPr/>
          <p:nvPr/>
        </p:nvCxnSpPr>
        <p:spPr>
          <a:xfrm>
            <a:off x="16094710" y="6032500"/>
            <a:ext cx="247800" cy="0"/>
          </a:xfrm>
          <a:prstGeom prst="straightConnector1">
            <a:avLst/>
          </a:prstGeom>
          <a:noFill/>
          <a:ln cap="flat" cmpd="sng" w="8250">
            <a:solidFill>
              <a:srgbClr val="64748B"/>
            </a:solidFill>
            <a:prstDash val="solid"/>
            <a:round/>
            <a:headEnd len="med" w="med" type="none"/>
            <a:tailEnd len="med" w="med" type="triangle"/>
          </a:ln>
        </p:spPr>
      </p:cxnSp>
      <p:cxnSp>
        <p:nvCxnSpPr>
          <p:cNvPr id="613" name="Google Shape;613;p99"/>
          <p:cNvCxnSpPr/>
          <p:nvPr/>
        </p:nvCxnSpPr>
        <p:spPr>
          <a:xfrm>
            <a:off x="16094710" y="7439152"/>
            <a:ext cx="564600" cy="0"/>
          </a:xfrm>
          <a:prstGeom prst="straightConnector1">
            <a:avLst/>
          </a:prstGeom>
          <a:noFill/>
          <a:ln cap="flat" cmpd="sng" w="8250">
            <a:solidFill>
              <a:srgbClr val="64748B"/>
            </a:solidFill>
            <a:prstDash val="solid"/>
            <a:round/>
            <a:headEnd len="med" w="med" type="none"/>
            <a:tailEnd len="med" w="med" type="none"/>
          </a:ln>
        </p:spPr>
      </p:cxnSp>
      <p:cxnSp>
        <p:nvCxnSpPr>
          <p:cNvPr id="614" name="Google Shape;614;p99"/>
          <p:cNvCxnSpPr/>
          <p:nvPr/>
        </p:nvCxnSpPr>
        <p:spPr>
          <a:xfrm rot="10800000">
            <a:off x="16659352" y="6359452"/>
            <a:ext cx="0" cy="1079700"/>
          </a:xfrm>
          <a:prstGeom prst="straightConnector1">
            <a:avLst/>
          </a:prstGeom>
          <a:noFill/>
          <a:ln cap="flat" cmpd="sng" w="8250">
            <a:solidFill>
              <a:srgbClr val="64748B"/>
            </a:solidFill>
            <a:prstDash val="solid"/>
            <a:round/>
            <a:headEnd len="med" w="med" type="none"/>
            <a:tailEnd len="med" w="med" type="triangle"/>
          </a:ln>
        </p:spPr>
      </p:cxnSp>
      <p:cxnSp>
        <p:nvCxnSpPr>
          <p:cNvPr id="615" name="Google Shape;615;p99"/>
          <p:cNvCxnSpPr/>
          <p:nvPr/>
        </p:nvCxnSpPr>
        <p:spPr>
          <a:xfrm>
            <a:off x="9774682" y="6527800"/>
            <a:ext cx="0" cy="217800"/>
          </a:xfrm>
          <a:prstGeom prst="straightConnector1">
            <a:avLst/>
          </a:prstGeom>
          <a:noFill/>
          <a:ln cap="flat" cmpd="sng" w="8250">
            <a:solidFill>
              <a:srgbClr val="A33232"/>
            </a:solidFill>
            <a:prstDash val="solid"/>
            <a:round/>
            <a:headEnd len="med" w="med" type="none"/>
            <a:tailEnd len="med" w="med" type="none"/>
          </a:ln>
        </p:spPr>
      </p:cxnSp>
      <p:cxnSp>
        <p:nvCxnSpPr>
          <p:cNvPr id="616" name="Google Shape;616;p99"/>
          <p:cNvCxnSpPr/>
          <p:nvPr/>
        </p:nvCxnSpPr>
        <p:spPr>
          <a:xfrm>
            <a:off x="9774682" y="6745732"/>
            <a:ext cx="1981200" cy="0"/>
          </a:xfrm>
          <a:prstGeom prst="straightConnector1">
            <a:avLst/>
          </a:prstGeom>
          <a:noFill/>
          <a:ln cap="flat" cmpd="sng" w="8250">
            <a:solidFill>
              <a:srgbClr val="A33232"/>
            </a:solidFill>
            <a:prstDash val="solid"/>
            <a:round/>
            <a:headEnd len="med" w="med" type="none"/>
            <a:tailEnd len="med" w="med" type="none"/>
          </a:ln>
        </p:spPr>
      </p:cxnSp>
      <p:cxnSp>
        <p:nvCxnSpPr>
          <p:cNvPr id="617" name="Google Shape;617;p99"/>
          <p:cNvCxnSpPr/>
          <p:nvPr/>
        </p:nvCxnSpPr>
        <p:spPr>
          <a:xfrm>
            <a:off x="11755882" y="6745732"/>
            <a:ext cx="0" cy="485400"/>
          </a:xfrm>
          <a:prstGeom prst="straightConnector1">
            <a:avLst/>
          </a:prstGeom>
          <a:noFill/>
          <a:ln cap="flat" cmpd="sng" w="8250">
            <a:solidFill>
              <a:srgbClr val="A33232"/>
            </a:solidFill>
            <a:prstDash val="solid"/>
            <a:round/>
            <a:headEnd len="med" w="med" type="none"/>
            <a:tailEnd len="med" w="med" type="triangle"/>
          </a:ln>
        </p:spPr>
      </p:cxnSp>
      <p:sp>
        <p:nvSpPr>
          <p:cNvPr id="618" name="Google Shape;618;p99"/>
          <p:cNvSpPr txBox="1"/>
          <p:nvPr/>
        </p:nvSpPr>
        <p:spPr>
          <a:xfrm>
            <a:off x="9853930" y="6507988"/>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A33232"/>
                </a:solidFill>
              </a:rPr>
              <a:t>no</a:t>
            </a:r>
            <a:endParaRPr sz="1070">
              <a:solidFill>
                <a:srgbClr val="A33232"/>
              </a:solidFill>
            </a:endParaRPr>
          </a:p>
        </p:txBody>
      </p:sp>
      <p:cxnSp>
        <p:nvCxnSpPr>
          <p:cNvPr id="619" name="Google Shape;619;p99"/>
          <p:cNvCxnSpPr/>
          <p:nvPr/>
        </p:nvCxnSpPr>
        <p:spPr>
          <a:xfrm>
            <a:off x="14034262" y="6527800"/>
            <a:ext cx="0" cy="852000"/>
          </a:xfrm>
          <a:prstGeom prst="straightConnector1">
            <a:avLst/>
          </a:prstGeom>
          <a:noFill/>
          <a:ln cap="flat" cmpd="sng" w="8250">
            <a:solidFill>
              <a:srgbClr val="A33232"/>
            </a:solidFill>
            <a:prstDash val="solid"/>
            <a:round/>
            <a:headEnd len="med" w="med" type="none"/>
            <a:tailEnd len="med" w="med" type="none"/>
          </a:ln>
        </p:spPr>
      </p:cxnSp>
      <p:cxnSp>
        <p:nvCxnSpPr>
          <p:cNvPr id="620" name="Google Shape;620;p99"/>
          <p:cNvCxnSpPr/>
          <p:nvPr/>
        </p:nvCxnSpPr>
        <p:spPr>
          <a:xfrm>
            <a:off x="14034262" y="7498588"/>
            <a:ext cx="0" cy="663600"/>
          </a:xfrm>
          <a:prstGeom prst="straightConnector1">
            <a:avLst/>
          </a:prstGeom>
          <a:noFill/>
          <a:ln cap="flat" cmpd="sng" w="8250">
            <a:solidFill>
              <a:srgbClr val="A33232"/>
            </a:solidFill>
            <a:prstDash val="solid"/>
            <a:round/>
            <a:headEnd len="med" w="med" type="none"/>
            <a:tailEnd len="med" w="med" type="none"/>
          </a:ln>
        </p:spPr>
      </p:cxnSp>
      <p:cxnSp>
        <p:nvCxnSpPr>
          <p:cNvPr id="621" name="Google Shape;621;p99"/>
          <p:cNvCxnSpPr/>
          <p:nvPr/>
        </p:nvCxnSpPr>
        <p:spPr>
          <a:xfrm rot="10800000">
            <a:off x="12132262" y="8162290"/>
            <a:ext cx="1902000" cy="0"/>
          </a:xfrm>
          <a:prstGeom prst="straightConnector1">
            <a:avLst/>
          </a:prstGeom>
          <a:noFill/>
          <a:ln cap="flat" cmpd="sng" w="8250">
            <a:solidFill>
              <a:srgbClr val="A33232"/>
            </a:solidFill>
            <a:prstDash val="solid"/>
            <a:round/>
            <a:headEnd len="med" w="med" type="none"/>
            <a:tailEnd len="med" w="med" type="none"/>
          </a:ln>
        </p:spPr>
      </p:cxnSp>
      <p:cxnSp>
        <p:nvCxnSpPr>
          <p:cNvPr id="622" name="Google Shape;622;p99"/>
          <p:cNvCxnSpPr/>
          <p:nvPr/>
        </p:nvCxnSpPr>
        <p:spPr>
          <a:xfrm rot="10800000">
            <a:off x="12132310" y="7864990"/>
            <a:ext cx="0" cy="297300"/>
          </a:xfrm>
          <a:prstGeom prst="straightConnector1">
            <a:avLst/>
          </a:prstGeom>
          <a:noFill/>
          <a:ln cap="flat" cmpd="sng" w="8250">
            <a:solidFill>
              <a:srgbClr val="A33232"/>
            </a:solidFill>
            <a:prstDash val="solid"/>
            <a:round/>
            <a:headEnd len="med" w="med" type="none"/>
            <a:tailEnd len="med" w="med" type="triangle"/>
          </a:ln>
        </p:spPr>
      </p:cxnSp>
      <p:sp>
        <p:nvSpPr>
          <p:cNvPr id="623" name="Google Shape;623;p99"/>
          <p:cNvSpPr txBox="1"/>
          <p:nvPr/>
        </p:nvSpPr>
        <p:spPr>
          <a:xfrm>
            <a:off x="12578080" y="8231632"/>
            <a:ext cx="1436400" cy="27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070">
                <a:solidFill>
                  <a:srgbClr val="A33232"/>
                </a:solidFill>
              </a:rPr>
              <a:t>no: revise</a:t>
            </a:r>
            <a:endParaRPr sz="1070">
              <a:solidFill>
                <a:srgbClr val="A33232"/>
              </a:solidFill>
            </a:endParaRPr>
          </a:p>
        </p:txBody>
      </p:sp>
      <p:sp>
        <p:nvSpPr>
          <p:cNvPr id="624" name="Google Shape;624;p99"/>
          <p:cNvSpPr/>
          <p:nvPr/>
        </p:nvSpPr>
        <p:spPr>
          <a:xfrm>
            <a:off x="889000" y="5705602"/>
            <a:ext cx="574500" cy="653700"/>
          </a:xfrm>
          <a:prstGeom prst="ellipse">
            <a:avLst/>
          </a:prstGeom>
          <a:solidFill>
            <a:srgbClr val="D1E9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25" name="Google Shape;625;p99"/>
          <p:cNvSpPr txBox="1"/>
          <p:nvPr/>
        </p:nvSpPr>
        <p:spPr>
          <a:xfrm>
            <a:off x="908812" y="5930468"/>
            <a:ext cx="534900" cy="204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899">
                <a:solidFill>
                  <a:srgbClr val="1C2B33"/>
                </a:solidFill>
              </a:rPr>
              <a:t>Start</a:t>
            </a:r>
            <a:endParaRPr sz="899">
              <a:solidFill>
                <a:srgbClr val="1C2B33"/>
              </a:solidFill>
            </a:endParaRPr>
          </a:p>
        </p:txBody>
      </p:sp>
      <p:sp>
        <p:nvSpPr>
          <p:cNvPr id="626" name="Google Shape;626;p99"/>
          <p:cNvSpPr/>
          <p:nvPr/>
        </p:nvSpPr>
        <p:spPr>
          <a:xfrm>
            <a:off x="1731010" y="5537200"/>
            <a:ext cx="1535400" cy="990600"/>
          </a:xfrm>
          <a:prstGeom prst="roundRect">
            <a:avLst>
              <a:gd fmla="val 16667" name="adj"/>
            </a:avLst>
          </a:prstGeom>
          <a:solidFill>
            <a:srgbClr val="E0EA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27" name="Google Shape;627;p99"/>
          <p:cNvSpPr txBox="1"/>
          <p:nvPr/>
        </p:nvSpPr>
        <p:spPr>
          <a:xfrm>
            <a:off x="1750822" y="5774449"/>
            <a:ext cx="1495800" cy="516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Create · Ease</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Harden · Context</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Quality fix</a:t>
            </a:r>
            <a:endParaRPr sz="1048">
              <a:solidFill>
                <a:srgbClr val="1C2B33"/>
              </a:solidFill>
            </a:endParaRPr>
          </a:p>
        </p:txBody>
      </p:sp>
      <p:sp>
        <p:nvSpPr>
          <p:cNvPr id="628" name="Google Shape;628;p99"/>
          <p:cNvSpPr/>
          <p:nvPr/>
        </p:nvSpPr>
        <p:spPr>
          <a:xfrm>
            <a:off x="1731010" y="3258820"/>
            <a:ext cx="1535400" cy="792600"/>
          </a:xfrm>
          <a:prstGeom prst="roundRect">
            <a:avLst>
              <a:gd fmla="val 16667" name="adj"/>
            </a:avLst>
          </a:prstGeom>
          <a:solidFill>
            <a:srgbClr val="E0EA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29" name="Google Shape;629;p99"/>
          <p:cNvSpPr txBox="1"/>
          <p:nvPr/>
        </p:nvSpPr>
        <p:spPr>
          <a:xfrm>
            <a:off x="1750822" y="3469818"/>
            <a:ext cx="1495800" cy="370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Ideation</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Research proposals</a:t>
            </a:r>
            <a:endParaRPr sz="1048">
              <a:solidFill>
                <a:srgbClr val="1C2B33"/>
              </a:solidFill>
            </a:endParaRPr>
          </a:p>
        </p:txBody>
      </p:sp>
      <p:sp>
        <p:nvSpPr>
          <p:cNvPr id="630" name="Google Shape;630;p99"/>
          <p:cNvSpPr/>
          <p:nvPr/>
        </p:nvSpPr>
        <p:spPr>
          <a:xfrm>
            <a:off x="3613150" y="3258820"/>
            <a:ext cx="1535400" cy="792600"/>
          </a:xfrm>
          <a:prstGeom prst="roundRect">
            <a:avLst>
              <a:gd fmla="val 16667" name="adj"/>
            </a:avLst>
          </a:prstGeom>
          <a:solidFill>
            <a:srgbClr val="D1E9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31" name="Google Shape;631;p99"/>
          <p:cNvSpPr txBox="1"/>
          <p:nvPr/>
        </p:nvSpPr>
        <p:spPr>
          <a:xfrm>
            <a:off x="3632962" y="3449015"/>
            <a:ext cx="1495800" cy="412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198">
                <a:solidFill>
                  <a:srgbClr val="1C2B33"/>
                </a:solidFill>
              </a:rPr>
              <a:t>Rank / combine</a:t>
            </a:r>
            <a:endParaRPr sz="1198">
              <a:solidFill>
                <a:srgbClr val="1C2B33"/>
              </a:solidFill>
            </a:endParaRPr>
          </a:p>
          <a:p>
            <a:pPr indent="0" lvl="0" marL="0" rtl="0" algn="ctr">
              <a:lnSpc>
                <a:spcPct val="100000"/>
              </a:lnSpc>
              <a:spcBef>
                <a:spcPts val="0"/>
              </a:spcBef>
              <a:spcAft>
                <a:spcPts val="0"/>
              </a:spcAft>
              <a:buNone/>
            </a:pPr>
            <a:r>
              <a:rPr lang="en" sz="1198">
                <a:solidFill>
                  <a:srgbClr val="1C2B33"/>
                </a:solidFill>
              </a:rPr>
              <a:t>Select proposals</a:t>
            </a:r>
            <a:endParaRPr sz="1198">
              <a:solidFill>
                <a:srgbClr val="1C2B33"/>
              </a:solidFill>
            </a:endParaRPr>
          </a:p>
        </p:txBody>
      </p:sp>
      <p:sp>
        <p:nvSpPr>
          <p:cNvPr id="632" name="Google Shape;632;p99"/>
          <p:cNvSpPr/>
          <p:nvPr/>
        </p:nvSpPr>
        <p:spPr>
          <a:xfrm>
            <a:off x="3613150" y="5537200"/>
            <a:ext cx="1337400" cy="990600"/>
          </a:xfrm>
          <a:prstGeom prst="roundRect">
            <a:avLst>
              <a:gd fmla="val 16667" name="adj"/>
            </a:avLst>
          </a:prstGeom>
          <a:solidFill>
            <a:srgbClr val="FEDF8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33" name="Google Shape;633;p99"/>
          <p:cNvSpPr txBox="1"/>
          <p:nvPr/>
        </p:nvSpPr>
        <p:spPr>
          <a:xfrm>
            <a:off x="3632962" y="5826455"/>
            <a:ext cx="1297800" cy="412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198">
                <a:solidFill>
                  <a:srgbClr val="1C2B33"/>
                </a:solidFill>
              </a:rPr>
              <a:t>Inspect task</a:t>
            </a:r>
            <a:endParaRPr sz="1198">
              <a:solidFill>
                <a:srgbClr val="1C2B33"/>
              </a:solidFill>
            </a:endParaRPr>
          </a:p>
          <a:p>
            <a:pPr indent="0" lvl="0" marL="0" rtl="0" algn="ctr">
              <a:lnSpc>
                <a:spcPct val="100000"/>
              </a:lnSpc>
              <a:spcBef>
                <a:spcPts val="0"/>
              </a:spcBef>
              <a:spcAft>
                <a:spcPts val="0"/>
              </a:spcAft>
              <a:buNone/>
            </a:pPr>
            <a:r>
              <a:rPr lang="en" sz="1198">
                <a:solidFill>
                  <a:srgbClr val="1C2B33"/>
                </a:solidFill>
              </a:rPr>
              <a:t>Choose approach</a:t>
            </a:r>
            <a:endParaRPr sz="1198">
              <a:solidFill>
                <a:srgbClr val="1C2B33"/>
              </a:solidFill>
            </a:endParaRPr>
          </a:p>
        </p:txBody>
      </p:sp>
      <p:sp>
        <p:nvSpPr>
          <p:cNvPr id="634" name="Google Shape;634;p99"/>
          <p:cNvSpPr/>
          <p:nvPr/>
        </p:nvSpPr>
        <p:spPr>
          <a:xfrm>
            <a:off x="5891530" y="4298950"/>
            <a:ext cx="1337400" cy="792600"/>
          </a:xfrm>
          <a:prstGeom prst="roundRect">
            <a:avLst>
              <a:gd fmla="val 16667" name="adj"/>
            </a:avLst>
          </a:prstGeom>
          <a:solidFill>
            <a:srgbClr val="D1FA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35" name="Google Shape;635;p99"/>
          <p:cNvSpPr txBox="1"/>
          <p:nvPr/>
        </p:nvSpPr>
        <p:spPr>
          <a:xfrm>
            <a:off x="5911342" y="4437139"/>
            <a:ext cx="1297800" cy="516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Research</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subagent</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Evidence brief</a:t>
            </a:r>
            <a:endParaRPr sz="1048">
              <a:solidFill>
                <a:srgbClr val="1C2B33"/>
              </a:solidFill>
            </a:endParaRPr>
          </a:p>
        </p:txBody>
      </p:sp>
      <p:sp>
        <p:nvSpPr>
          <p:cNvPr id="636" name="Google Shape;636;p99"/>
          <p:cNvSpPr/>
          <p:nvPr/>
        </p:nvSpPr>
        <p:spPr>
          <a:xfrm>
            <a:off x="5891530" y="5537200"/>
            <a:ext cx="1337400" cy="990600"/>
          </a:xfrm>
          <a:prstGeom prst="roundRect">
            <a:avLst>
              <a:gd fmla="val 16667" name="adj"/>
            </a:avLst>
          </a:prstGeom>
          <a:solidFill>
            <a:srgbClr val="FEDF8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37" name="Google Shape;637;p99"/>
          <p:cNvSpPr txBox="1"/>
          <p:nvPr/>
        </p:nvSpPr>
        <p:spPr>
          <a:xfrm>
            <a:off x="5911342" y="5826455"/>
            <a:ext cx="1297800" cy="412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198">
                <a:solidFill>
                  <a:srgbClr val="1C2B33"/>
                </a:solidFill>
              </a:rPr>
              <a:t>One coherent</a:t>
            </a:r>
            <a:endParaRPr sz="1198">
              <a:solidFill>
                <a:srgbClr val="1C2B33"/>
              </a:solidFill>
            </a:endParaRPr>
          </a:p>
          <a:p>
            <a:pPr indent="0" lvl="0" marL="0" rtl="0" algn="ctr">
              <a:lnSpc>
                <a:spcPct val="100000"/>
              </a:lnSpc>
              <a:spcBef>
                <a:spcPts val="0"/>
              </a:spcBef>
              <a:spcAft>
                <a:spcPts val="0"/>
              </a:spcAft>
              <a:buNone/>
            </a:pPr>
            <a:r>
              <a:rPr lang="en" sz="1198">
                <a:solidFill>
                  <a:srgbClr val="1C2B33"/>
                </a:solidFill>
              </a:rPr>
              <a:t>change batch</a:t>
            </a:r>
            <a:endParaRPr sz="1198">
              <a:solidFill>
                <a:srgbClr val="1C2B33"/>
              </a:solidFill>
            </a:endParaRPr>
          </a:p>
        </p:txBody>
      </p:sp>
      <p:sp>
        <p:nvSpPr>
          <p:cNvPr id="638" name="Google Shape;638;p99"/>
          <p:cNvSpPr/>
          <p:nvPr/>
        </p:nvSpPr>
        <p:spPr>
          <a:xfrm>
            <a:off x="7575550" y="5537200"/>
            <a:ext cx="1485900" cy="990600"/>
          </a:xfrm>
          <a:prstGeom prst="roundRect">
            <a:avLst>
              <a:gd fmla="val 16667" name="adj"/>
            </a:avLst>
          </a:prstGeom>
          <a:solidFill>
            <a:srgbClr val="E9D7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39" name="Google Shape;639;p99"/>
          <p:cNvSpPr txBox="1"/>
          <p:nvPr/>
        </p:nvSpPr>
        <p:spPr>
          <a:xfrm>
            <a:off x="7595362" y="5701640"/>
            <a:ext cx="1446300" cy="6618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Attempt 1–3</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Sanity check</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Pristine fails</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Oracle passes</a:t>
            </a:r>
            <a:endParaRPr sz="1048">
              <a:solidFill>
                <a:srgbClr val="1C2B33"/>
              </a:solidFill>
            </a:endParaRPr>
          </a:p>
        </p:txBody>
      </p:sp>
      <p:sp>
        <p:nvSpPr>
          <p:cNvPr id="640" name="Google Shape;640;p99"/>
          <p:cNvSpPr/>
          <p:nvPr/>
        </p:nvSpPr>
        <p:spPr>
          <a:xfrm>
            <a:off x="9309100" y="5537200"/>
            <a:ext cx="941100" cy="990600"/>
          </a:xfrm>
          <a:prstGeom prst="diamond">
            <a:avLst/>
          </a:prstGeom>
          <a:solidFill>
            <a:srgbClr val="F4EB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41" name="Google Shape;641;p99"/>
          <p:cNvSpPr txBox="1"/>
          <p:nvPr/>
        </p:nvSpPr>
        <p:spPr>
          <a:xfrm>
            <a:off x="9328912" y="5847258"/>
            <a:ext cx="901500" cy="370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Sanity</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passes?</a:t>
            </a:r>
            <a:endParaRPr sz="1048">
              <a:solidFill>
                <a:srgbClr val="1C2B33"/>
              </a:solidFill>
            </a:endParaRPr>
          </a:p>
        </p:txBody>
      </p:sp>
      <p:sp>
        <p:nvSpPr>
          <p:cNvPr id="642" name="Google Shape;642;p99"/>
          <p:cNvSpPr/>
          <p:nvPr/>
        </p:nvSpPr>
        <p:spPr>
          <a:xfrm>
            <a:off x="10497820" y="5537200"/>
            <a:ext cx="1535400" cy="990600"/>
          </a:xfrm>
          <a:prstGeom prst="roundRect">
            <a:avLst>
              <a:gd fmla="val 16667" name="adj"/>
            </a:avLst>
          </a:prstGeom>
          <a:solidFill>
            <a:srgbClr val="D1FA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43" name="Google Shape;643;p99"/>
          <p:cNvSpPr txBox="1"/>
          <p:nvPr/>
        </p:nvSpPr>
        <p:spPr>
          <a:xfrm>
            <a:off x="10517632" y="5774449"/>
            <a:ext cx="1495800" cy="516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Independent</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review</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Official checklist</a:t>
            </a:r>
            <a:endParaRPr sz="1048">
              <a:solidFill>
                <a:srgbClr val="1C2B33"/>
              </a:solidFill>
            </a:endParaRPr>
          </a:p>
        </p:txBody>
      </p:sp>
      <p:sp>
        <p:nvSpPr>
          <p:cNvPr id="644" name="Google Shape;644;p99"/>
          <p:cNvSpPr/>
          <p:nvPr/>
        </p:nvSpPr>
        <p:spPr>
          <a:xfrm>
            <a:off x="12280900" y="5537200"/>
            <a:ext cx="941100" cy="990600"/>
          </a:xfrm>
          <a:prstGeom prst="diamond">
            <a:avLst/>
          </a:prstGeom>
          <a:solidFill>
            <a:srgbClr val="F4EB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45" name="Google Shape;645;p99"/>
          <p:cNvSpPr txBox="1"/>
          <p:nvPr/>
        </p:nvSpPr>
        <p:spPr>
          <a:xfrm>
            <a:off x="12300712" y="5847258"/>
            <a:ext cx="901500" cy="370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Review</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passes?</a:t>
            </a:r>
            <a:endParaRPr sz="1048">
              <a:solidFill>
                <a:srgbClr val="1C2B33"/>
              </a:solidFill>
            </a:endParaRPr>
          </a:p>
        </p:txBody>
      </p:sp>
      <p:sp>
        <p:nvSpPr>
          <p:cNvPr id="646" name="Google Shape;646;p99"/>
          <p:cNvSpPr/>
          <p:nvPr/>
        </p:nvSpPr>
        <p:spPr>
          <a:xfrm>
            <a:off x="13469620" y="5537200"/>
            <a:ext cx="1139100" cy="990600"/>
          </a:xfrm>
          <a:prstGeom prst="diamond">
            <a:avLst/>
          </a:prstGeom>
          <a:solidFill>
            <a:srgbClr val="F4EB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47" name="Google Shape;647;p99"/>
          <p:cNvSpPr txBox="1"/>
          <p:nvPr/>
        </p:nvSpPr>
        <p:spPr>
          <a:xfrm>
            <a:off x="13489432" y="5847258"/>
            <a:ext cx="1099500" cy="370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Empirical</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passes?</a:t>
            </a:r>
            <a:endParaRPr sz="1048">
              <a:solidFill>
                <a:srgbClr val="1C2B33"/>
              </a:solidFill>
            </a:endParaRPr>
          </a:p>
        </p:txBody>
      </p:sp>
      <p:sp>
        <p:nvSpPr>
          <p:cNvPr id="648" name="Google Shape;648;p99"/>
          <p:cNvSpPr/>
          <p:nvPr/>
        </p:nvSpPr>
        <p:spPr>
          <a:xfrm>
            <a:off x="14856460" y="5537200"/>
            <a:ext cx="1238400" cy="990600"/>
          </a:xfrm>
          <a:prstGeom prst="roundRect">
            <a:avLst>
              <a:gd fmla="val 16667" name="adj"/>
            </a:avLst>
          </a:prstGeom>
          <a:solidFill>
            <a:srgbClr val="D1FA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49" name="Google Shape;649;p99"/>
          <p:cNvSpPr txBox="1"/>
          <p:nvPr/>
        </p:nvSpPr>
        <p:spPr>
          <a:xfrm>
            <a:off x="14876272" y="5774449"/>
            <a:ext cx="1198500" cy="516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Commit</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One scoped</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change</a:t>
            </a:r>
            <a:endParaRPr sz="1048">
              <a:solidFill>
                <a:srgbClr val="1C2B33"/>
              </a:solidFill>
            </a:endParaRPr>
          </a:p>
        </p:txBody>
      </p:sp>
      <p:sp>
        <p:nvSpPr>
          <p:cNvPr id="650" name="Google Shape;650;p99"/>
          <p:cNvSpPr/>
          <p:nvPr/>
        </p:nvSpPr>
        <p:spPr>
          <a:xfrm>
            <a:off x="16342360" y="5705602"/>
            <a:ext cx="643800" cy="653700"/>
          </a:xfrm>
          <a:prstGeom prst="ellipse">
            <a:avLst/>
          </a:prstGeom>
          <a:solidFill>
            <a:srgbClr val="D1FA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51" name="Google Shape;651;p99"/>
          <p:cNvSpPr txBox="1"/>
          <p:nvPr/>
        </p:nvSpPr>
        <p:spPr>
          <a:xfrm>
            <a:off x="16362172" y="5920067"/>
            <a:ext cx="604200" cy="225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Done</a:t>
            </a:r>
            <a:endParaRPr sz="1048">
              <a:solidFill>
                <a:srgbClr val="1C2B33"/>
              </a:solidFill>
            </a:endParaRPr>
          </a:p>
        </p:txBody>
      </p:sp>
      <p:sp>
        <p:nvSpPr>
          <p:cNvPr id="652" name="Google Shape;652;p99"/>
          <p:cNvSpPr/>
          <p:nvPr/>
        </p:nvSpPr>
        <p:spPr>
          <a:xfrm>
            <a:off x="7575550" y="7023100"/>
            <a:ext cx="1485900" cy="842100"/>
          </a:xfrm>
          <a:prstGeom prst="roundRect">
            <a:avLst>
              <a:gd fmla="val 16667" name="adj"/>
            </a:avLst>
          </a:prstGeom>
          <a:solidFill>
            <a:srgbClr val="FEDF8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53" name="Google Shape;653;p99"/>
          <p:cNvSpPr txBox="1"/>
          <p:nvPr/>
        </p:nvSpPr>
        <p:spPr>
          <a:xfrm>
            <a:off x="7595362" y="7238060"/>
            <a:ext cx="1446300" cy="412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198">
                <a:solidFill>
                  <a:srgbClr val="1C2B33"/>
                </a:solidFill>
              </a:rPr>
              <a:t>Apply fixes</a:t>
            </a:r>
            <a:endParaRPr sz="1198">
              <a:solidFill>
                <a:srgbClr val="1C2B33"/>
              </a:solidFill>
            </a:endParaRPr>
          </a:p>
          <a:p>
            <a:pPr indent="0" lvl="0" marL="0" rtl="0" algn="ctr">
              <a:lnSpc>
                <a:spcPct val="100000"/>
              </a:lnSpc>
              <a:spcBef>
                <a:spcPts val="0"/>
              </a:spcBef>
              <a:spcAft>
                <a:spcPts val="0"/>
              </a:spcAft>
              <a:buNone/>
            </a:pPr>
            <a:r>
              <a:rPr lang="en" sz="1198">
                <a:solidFill>
                  <a:srgbClr val="1C2B33"/>
                </a:solidFill>
              </a:rPr>
              <a:t>Next candidate</a:t>
            </a:r>
            <a:endParaRPr sz="1198">
              <a:solidFill>
                <a:srgbClr val="1C2B33"/>
              </a:solidFill>
            </a:endParaRPr>
          </a:p>
        </p:txBody>
      </p:sp>
      <p:sp>
        <p:nvSpPr>
          <p:cNvPr id="654" name="Google Shape;654;p99"/>
          <p:cNvSpPr/>
          <p:nvPr/>
        </p:nvSpPr>
        <p:spPr>
          <a:xfrm>
            <a:off x="11389360" y="7023100"/>
            <a:ext cx="1485900" cy="842100"/>
          </a:xfrm>
          <a:prstGeom prst="diamond">
            <a:avLst/>
          </a:prstGeom>
          <a:solidFill>
            <a:srgbClr val="F4EB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55" name="Google Shape;655;p99"/>
          <p:cNvSpPr txBox="1"/>
          <p:nvPr/>
        </p:nvSpPr>
        <p:spPr>
          <a:xfrm>
            <a:off x="11409172" y="7258863"/>
            <a:ext cx="1446300" cy="370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3 attempts</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used?</a:t>
            </a:r>
            <a:endParaRPr sz="1048">
              <a:solidFill>
                <a:srgbClr val="1C2B33"/>
              </a:solidFill>
            </a:endParaRPr>
          </a:p>
        </p:txBody>
      </p:sp>
      <p:sp>
        <p:nvSpPr>
          <p:cNvPr id="656" name="Google Shape;656;p99"/>
          <p:cNvSpPr/>
          <p:nvPr/>
        </p:nvSpPr>
        <p:spPr>
          <a:xfrm>
            <a:off x="14856460" y="7023100"/>
            <a:ext cx="1238400" cy="842100"/>
          </a:xfrm>
          <a:prstGeom prst="roundRect">
            <a:avLst>
              <a:gd fmla="val 16667" name="adj"/>
            </a:avLst>
          </a:prstGeom>
          <a:solidFill>
            <a:srgbClr val="FEE4E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57" name="Google Shape;657;p99"/>
          <p:cNvSpPr txBox="1"/>
          <p:nvPr/>
        </p:nvSpPr>
        <p:spPr>
          <a:xfrm>
            <a:off x="14876272" y="7186054"/>
            <a:ext cx="1198500" cy="516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48">
                <a:solidFill>
                  <a:srgbClr val="1C2B33"/>
                </a:solidFill>
              </a:rPr>
              <a:t>Stop</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uncommitted</a:t>
            </a:r>
            <a:endParaRPr sz="1048">
              <a:solidFill>
                <a:srgbClr val="1C2B33"/>
              </a:solidFill>
            </a:endParaRPr>
          </a:p>
          <a:p>
            <a:pPr indent="0" lvl="0" marL="0" rtl="0" algn="ctr">
              <a:lnSpc>
                <a:spcPct val="100000"/>
              </a:lnSpc>
              <a:spcBef>
                <a:spcPts val="0"/>
              </a:spcBef>
              <a:spcAft>
                <a:spcPts val="0"/>
              </a:spcAft>
              <a:buNone/>
            </a:pPr>
            <a:r>
              <a:rPr lang="en" sz="1048">
                <a:solidFill>
                  <a:srgbClr val="1C2B33"/>
                </a:solidFill>
              </a:rPr>
              <a:t>Report blockers</a:t>
            </a:r>
            <a:endParaRPr sz="1048">
              <a:solidFill>
                <a:srgbClr val="1C2B33"/>
              </a:solidFill>
            </a:endParaRPr>
          </a:p>
        </p:txBody>
      </p:sp>
      <p:sp>
        <p:nvSpPr>
          <p:cNvPr id="658" name="Google Shape;658;p99"/>
          <p:cNvSpPr txBox="1"/>
          <p:nvPr/>
        </p:nvSpPr>
        <p:spPr>
          <a:xfrm>
            <a:off x="889000" y="2082800"/>
            <a:ext cx="163830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200">
                <a:solidFill>
                  <a:srgbClr val="0668E1"/>
                </a:solidFill>
              </a:rPr>
              <a:t>One shared flow for creation, hardening, context extension, and review fixes.</a:t>
            </a:r>
            <a:endParaRPr b="1" sz="2200">
              <a:solidFill>
                <a:srgbClr val="0668E1"/>
              </a:solidFill>
            </a:endParaRPr>
          </a:p>
        </p:txBody>
      </p:sp>
      <p:sp>
        <p:nvSpPr>
          <p:cNvPr id="659" name="Google Shape;659;p99"/>
          <p:cNvSpPr txBox="1"/>
          <p:nvPr/>
        </p:nvSpPr>
        <p:spPr>
          <a:xfrm>
            <a:off x="889000" y="8636000"/>
            <a:ext cx="163830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100">
                <a:solidFill>
                  <a:srgbClr val="0668E1"/>
                </a:solidFill>
              </a:rPr>
              <a:t>Every substantive edit → fresh sanity → official review → required measurement → scoped commit.</a:t>
            </a:r>
            <a:endParaRPr b="1" sz="2100">
              <a:solidFill>
                <a:srgbClr val="0668E1"/>
              </a:solidFill>
            </a:endParaRPr>
          </a:p>
        </p:txBody>
      </p:sp>
      <p:sp>
        <p:nvSpPr>
          <p:cNvPr id="660" name="Google Shape;660;p99"/>
          <p:cNvSpPr txBox="1"/>
          <p:nvPr/>
        </p:nvSpPr>
        <p:spPr>
          <a:xfrm>
            <a:off x="889000" y="9194800"/>
            <a:ext cx="16383000" cy="355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700">
                <a:solidFill>
                  <a:srgbClr val="64748B"/>
                </a:solidFill>
              </a:rPr>
              <a:t>Main agent owns edits / commit · 3 validation attempts max · unresolved blockers stay uncommitted</a:t>
            </a:r>
            <a:endParaRPr sz="1700">
              <a:solidFill>
                <a:srgbClr val="64748B"/>
              </a:solidFill>
            </a:endParaRPr>
          </a:p>
        </p:txBody>
      </p:sp>
      <p:sp>
        <p:nvSpPr>
          <p:cNvPr id="661" name="Google Shape;661;p99"/>
          <p:cNvSpPr txBox="1"/>
          <p:nvPr/>
        </p:nvSpPr>
        <p:spPr>
          <a:xfrm>
            <a:off x="889000" y="9550400"/>
            <a:ext cx="139701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600">
                <a:solidFill>
                  <a:srgbClr val="0668E1"/>
                </a:solidFill>
              </a:rPr>
              <a:t>CUSTOM TASKOPS  /  3</a:t>
            </a:r>
            <a:endParaRPr sz="1600">
              <a:solidFill>
                <a:srgbClr val="0668E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100"/>
          <p:cNvSpPr txBox="1"/>
          <p:nvPr>
            <p:ph type="title"/>
          </p:nvPr>
        </p:nvSpPr>
        <p:spPr>
          <a:xfrm>
            <a:off x="889000" y="825500"/>
            <a:ext cx="16509900" cy="16509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b="1" lang="en" sz="4200">
                <a:solidFill>
                  <a:srgbClr val="1C2B33"/>
                </a:solidFill>
                <a:latin typeface="Arial"/>
                <a:ea typeface="Arial"/>
                <a:cs typeface="Arial"/>
                <a:sym typeface="Arial"/>
              </a:rPr>
              <a:t> </a:t>
            </a:r>
            <a:endParaRPr b="1" sz="4200">
              <a:solidFill>
                <a:srgbClr val="1C2B33"/>
              </a:solidFill>
              <a:latin typeface="Arial"/>
              <a:ea typeface="Arial"/>
              <a:cs typeface="Arial"/>
              <a:sym typeface="Arial"/>
            </a:endParaRPr>
          </a:p>
        </p:txBody>
      </p:sp>
      <p:sp>
        <p:nvSpPr>
          <p:cNvPr id="667" name="Google Shape;667;p100"/>
          <p:cNvSpPr txBox="1"/>
          <p:nvPr>
            <p:ph idx="1" type="body"/>
          </p:nvPr>
        </p:nvSpPr>
        <p:spPr>
          <a:xfrm>
            <a:off x="889000" y="2730500"/>
            <a:ext cx="16509900" cy="11430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lang="en" sz="3400">
                <a:solidFill>
                  <a:srgbClr val="1C2B33"/>
                </a:solidFill>
                <a:latin typeface="Arial"/>
                <a:ea typeface="Arial"/>
                <a:cs typeface="Arial"/>
                <a:sym typeface="Arial"/>
              </a:rPr>
              <a:t> </a:t>
            </a:r>
            <a:endParaRPr sz="3400">
              <a:solidFill>
                <a:srgbClr val="1C2B33"/>
              </a:solidFill>
              <a:latin typeface="Arial"/>
              <a:ea typeface="Arial"/>
              <a:cs typeface="Arial"/>
              <a:sym typeface="Arial"/>
            </a:endParaRPr>
          </a:p>
        </p:txBody>
      </p:sp>
      <p:sp>
        <p:nvSpPr>
          <p:cNvPr id="668" name="Google Shape;668;p100"/>
          <p:cNvSpPr txBox="1"/>
          <p:nvPr/>
        </p:nvSpPr>
        <p:spPr>
          <a:xfrm>
            <a:off x="889000" y="698500"/>
            <a:ext cx="16509900" cy="1333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4200">
                <a:solidFill>
                  <a:srgbClr val="1C2B33"/>
                </a:solidFill>
              </a:rPr>
              <a:t>Three operations, one validation loop</a:t>
            </a:r>
            <a:endParaRPr b="1" sz="4200">
              <a:solidFill>
                <a:srgbClr val="1C2B33"/>
              </a:solidFill>
            </a:endParaRPr>
          </a:p>
        </p:txBody>
      </p:sp>
      <p:sp>
        <p:nvSpPr>
          <p:cNvPr id="669" name="Google Shape;669;p100"/>
          <p:cNvSpPr txBox="1"/>
          <p:nvPr/>
        </p:nvSpPr>
        <p:spPr>
          <a:xfrm>
            <a:off x="889000" y="2222500"/>
            <a:ext cx="16509900" cy="825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2800">
                <a:solidFill>
                  <a:srgbClr val="1C2B33"/>
                </a:solidFill>
              </a:rPr>
              <a:t>Different inputs and edits. The same validation and commit rules.</a:t>
            </a:r>
            <a:endParaRPr sz="2800">
              <a:solidFill>
                <a:srgbClr val="1C2B33"/>
              </a:solidFill>
            </a:endParaRPr>
          </a:p>
        </p:txBody>
      </p:sp>
      <p:sp>
        <p:nvSpPr>
          <p:cNvPr id="670" name="Google Shape;670;p100"/>
          <p:cNvSpPr/>
          <p:nvPr/>
        </p:nvSpPr>
        <p:spPr>
          <a:xfrm>
            <a:off x="889000" y="3302000"/>
            <a:ext cx="16509900" cy="571500"/>
          </a:xfrm>
          <a:prstGeom prst="rect">
            <a:avLst/>
          </a:prstGeom>
          <a:solidFill>
            <a:srgbClr val="EAF2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71" name="Google Shape;671;p100"/>
          <p:cNvSpPr txBox="1"/>
          <p:nvPr/>
        </p:nvSpPr>
        <p:spPr>
          <a:xfrm>
            <a:off x="1066800" y="3390900"/>
            <a:ext cx="24384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1800">
                <a:solidFill>
                  <a:srgbClr val="0668E1"/>
                </a:solidFill>
              </a:rPr>
              <a:t>ENTRY SKILL</a:t>
            </a:r>
            <a:endParaRPr b="1" sz="1800">
              <a:solidFill>
                <a:srgbClr val="0668E1"/>
              </a:solidFill>
            </a:endParaRPr>
          </a:p>
        </p:txBody>
      </p:sp>
      <p:sp>
        <p:nvSpPr>
          <p:cNvPr id="672" name="Google Shape;672;p100"/>
          <p:cNvSpPr txBox="1"/>
          <p:nvPr/>
        </p:nvSpPr>
        <p:spPr>
          <a:xfrm>
            <a:off x="3860800" y="3390900"/>
            <a:ext cx="26925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1800">
                <a:solidFill>
                  <a:srgbClr val="0668E1"/>
                </a:solidFill>
              </a:rPr>
              <a:t>STARTING POINT</a:t>
            </a:r>
            <a:endParaRPr b="1" sz="1800">
              <a:solidFill>
                <a:srgbClr val="0668E1"/>
              </a:solidFill>
            </a:endParaRPr>
          </a:p>
        </p:txBody>
      </p:sp>
      <p:sp>
        <p:nvSpPr>
          <p:cNvPr id="673" name="Google Shape;673;p100"/>
          <p:cNvSpPr txBox="1"/>
          <p:nvPr/>
        </p:nvSpPr>
        <p:spPr>
          <a:xfrm>
            <a:off x="6908800" y="3390900"/>
            <a:ext cx="61215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1800">
                <a:solidFill>
                  <a:srgbClr val="0668E1"/>
                </a:solidFill>
              </a:rPr>
              <a:t>OPERATION-SPECIFIC WORK</a:t>
            </a:r>
            <a:endParaRPr b="1" sz="1800">
              <a:solidFill>
                <a:srgbClr val="0668E1"/>
              </a:solidFill>
            </a:endParaRPr>
          </a:p>
        </p:txBody>
      </p:sp>
      <p:sp>
        <p:nvSpPr>
          <p:cNvPr id="674" name="Google Shape;674;p100"/>
          <p:cNvSpPr txBox="1"/>
          <p:nvPr/>
        </p:nvSpPr>
        <p:spPr>
          <a:xfrm>
            <a:off x="13385800" y="3390900"/>
            <a:ext cx="38355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1800">
                <a:solidFill>
                  <a:srgbClr val="0668E1"/>
                </a:solidFill>
              </a:rPr>
              <a:t>ADDITIONAL VALIDATION</a:t>
            </a:r>
            <a:endParaRPr b="1" sz="1800">
              <a:solidFill>
                <a:srgbClr val="0668E1"/>
              </a:solidFill>
            </a:endParaRPr>
          </a:p>
        </p:txBody>
      </p:sp>
      <p:sp>
        <p:nvSpPr>
          <p:cNvPr id="675" name="Google Shape;675;p100"/>
          <p:cNvSpPr/>
          <p:nvPr/>
        </p:nvSpPr>
        <p:spPr>
          <a:xfrm>
            <a:off x="889000" y="4000500"/>
            <a:ext cx="16509900" cy="1498500"/>
          </a:xfrm>
          <a:prstGeom prst="rect">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76" name="Google Shape;676;p100"/>
          <p:cNvSpPr txBox="1"/>
          <p:nvPr/>
        </p:nvSpPr>
        <p:spPr>
          <a:xfrm>
            <a:off x="1066800" y="4229100"/>
            <a:ext cx="24384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b="1" lang="en" sz="2100">
                <a:solidFill>
                  <a:srgbClr val="0668E1"/>
                </a:solidFill>
                <a:latin typeface="Roboto Mono"/>
                <a:ea typeface="Roboto Mono"/>
                <a:cs typeface="Roboto Mono"/>
                <a:sym typeface="Roboto Mono"/>
              </a:rPr>
              <a:t>create-task</a:t>
            </a:r>
            <a:endParaRPr b="1" sz="2100">
              <a:solidFill>
                <a:srgbClr val="0668E1"/>
              </a:solidFill>
              <a:latin typeface="Roboto Mono"/>
              <a:ea typeface="Roboto Mono"/>
              <a:cs typeface="Roboto Mono"/>
              <a:sym typeface="Roboto Mono"/>
            </a:endParaRPr>
          </a:p>
        </p:txBody>
      </p:sp>
      <p:sp>
        <p:nvSpPr>
          <p:cNvPr id="677" name="Google Shape;677;p100"/>
          <p:cNvSpPr txBox="1"/>
          <p:nvPr/>
        </p:nvSpPr>
        <p:spPr>
          <a:xfrm>
            <a:off x="3860800" y="4229100"/>
            <a:ext cx="2692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Idea, or automatic</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ideation</a:t>
            </a:r>
            <a:endParaRPr sz="2200">
              <a:solidFill>
                <a:srgbClr val="1C2B33"/>
              </a:solidFill>
            </a:endParaRPr>
          </a:p>
        </p:txBody>
      </p:sp>
      <p:sp>
        <p:nvSpPr>
          <p:cNvPr id="678" name="Google Shape;678;p100"/>
          <p:cNvSpPr txBox="1"/>
          <p:nvPr/>
        </p:nvSpPr>
        <p:spPr>
          <a:xfrm>
            <a:off x="6908800" y="4229100"/>
            <a:ext cx="6121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Scaffold spec, tests,</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environment, and oracle;</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invoke official README skill.</a:t>
            </a:r>
            <a:endParaRPr sz="2200">
              <a:solidFill>
                <a:srgbClr val="1C2B33"/>
              </a:solidFill>
            </a:endParaRPr>
          </a:p>
        </p:txBody>
      </p:sp>
      <p:sp>
        <p:nvSpPr>
          <p:cNvPr id="679" name="Google Shape;679;p100"/>
          <p:cNvSpPr txBox="1"/>
          <p:nvPr/>
        </p:nvSpPr>
        <p:spPr>
          <a:xfrm>
            <a:off x="13385800" y="4229100"/>
            <a:ext cx="3835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Measurements required</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by task/track policy.</a:t>
            </a:r>
            <a:endParaRPr sz="2200">
              <a:solidFill>
                <a:srgbClr val="1C2B33"/>
              </a:solidFill>
            </a:endParaRPr>
          </a:p>
        </p:txBody>
      </p:sp>
      <p:sp>
        <p:nvSpPr>
          <p:cNvPr id="680" name="Google Shape;680;p100"/>
          <p:cNvSpPr/>
          <p:nvPr/>
        </p:nvSpPr>
        <p:spPr>
          <a:xfrm>
            <a:off x="889000" y="5588000"/>
            <a:ext cx="16509900" cy="1498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81" name="Google Shape;681;p100"/>
          <p:cNvSpPr txBox="1"/>
          <p:nvPr/>
        </p:nvSpPr>
        <p:spPr>
          <a:xfrm>
            <a:off x="1066800" y="5816600"/>
            <a:ext cx="24384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b="1" lang="en" sz="2100">
                <a:solidFill>
                  <a:srgbClr val="0668E1"/>
                </a:solidFill>
                <a:latin typeface="Roboto Mono"/>
                <a:ea typeface="Roboto Mono"/>
                <a:cs typeface="Roboto Mono"/>
                <a:sym typeface="Roboto Mono"/>
              </a:rPr>
              <a:t>harden-task</a:t>
            </a:r>
            <a:endParaRPr b="1" sz="2100">
              <a:solidFill>
                <a:srgbClr val="0668E1"/>
              </a:solidFill>
              <a:latin typeface="Roboto Mono"/>
              <a:ea typeface="Roboto Mono"/>
              <a:cs typeface="Roboto Mono"/>
              <a:sym typeface="Roboto Mono"/>
            </a:endParaRPr>
          </a:p>
        </p:txBody>
      </p:sp>
      <p:sp>
        <p:nvSpPr>
          <p:cNvPr id="682" name="Google Shape;682;p100"/>
          <p:cNvSpPr txBox="1"/>
          <p:nvPr/>
        </p:nvSpPr>
        <p:spPr>
          <a:xfrm>
            <a:off x="3860800" y="5816600"/>
            <a:ext cx="2692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Existing valid task</a:t>
            </a:r>
            <a:endParaRPr sz="2200">
              <a:solidFill>
                <a:srgbClr val="1C2B33"/>
              </a:solidFill>
            </a:endParaRPr>
          </a:p>
        </p:txBody>
      </p:sp>
      <p:sp>
        <p:nvSpPr>
          <p:cNvPr id="683" name="Google Shape;683;p100"/>
          <p:cNvSpPr txBox="1"/>
          <p:nvPr/>
        </p:nvSpPr>
        <p:spPr>
          <a:xfrm>
            <a:off x="6908800" y="5816600"/>
            <a:ext cx="6121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Research failure trajectories;</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collect baseline trials;</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edit difficulty.</a:t>
            </a:r>
            <a:endParaRPr sz="2200">
              <a:solidFill>
                <a:srgbClr val="1C2B33"/>
              </a:solidFill>
            </a:endParaRPr>
          </a:p>
        </p:txBody>
      </p:sp>
      <p:sp>
        <p:nvSpPr>
          <p:cNvPr id="684" name="Google Shape;684;p100"/>
          <p:cNvSpPr txBox="1"/>
          <p:nvPr/>
        </p:nvSpPr>
        <p:spPr>
          <a:xfrm>
            <a:off x="13385800" y="5816600"/>
            <a:ext cx="3835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Five comparable</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candidate trials;</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meet configured target.</a:t>
            </a:r>
            <a:endParaRPr sz="2200">
              <a:solidFill>
                <a:srgbClr val="1C2B33"/>
              </a:solidFill>
            </a:endParaRPr>
          </a:p>
        </p:txBody>
      </p:sp>
      <p:sp>
        <p:nvSpPr>
          <p:cNvPr id="685" name="Google Shape;685;p100"/>
          <p:cNvSpPr/>
          <p:nvPr/>
        </p:nvSpPr>
        <p:spPr>
          <a:xfrm>
            <a:off x="889000" y="7175500"/>
            <a:ext cx="16509900" cy="1498500"/>
          </a:xfrm>
          <a:prstGeom prst="rect">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686" name="Google Shape;686;p100"/>
          <p:cNvSpPr txBox="1"/>
          <p:nvPr/>
        </p:nvSpPr>
        <p:spPr>
          <a:xfrm>
            <a:off x="1066800" y="7404100"/>
            <a:ext cx="24384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b="1" lang="en" sz="2100">
                <a:solidFill>
                  <a:srgbClr val="0668E1"/>
                </a:solidFill>
                <a:latin typeface="Roboto Mono"/>
                <a:ea typeface="Roboto Mono"/>
                <a:cs typeface="Roboto Mono"/>
                <a:sym typeface="Roboto Mono"/>
              </a:rPr>
              <a:t>quality-fix</a:t>
            </a:r>
            <a:endParaRPr b="1" sz="2100">
              <a:solidFill>
                <a:srgbClr val="0668E1"/>
              </a:solidFill>
              <a:latin typeface="Roboto Mono"/>
              <a:ea typeface="Roboto Mono"/>
              <a:cs typeface="Roboto Mono"/>
              <a:sym typeface="Roboto Mono"/>
            </a:endParaRPr>
          </a:p>
        </p:txBody>
      </p:sp>
      <p:sp>
        <p:nvSpPr>
          <p:cNvPr id="687" name="Google Shape;687;p100"/>
          <p:cNvSpPr txBox="1"/>
          <p:nvPr/>
        </p:nvSpPr>
        <p:spPr>
          <a:xfrm>
            <a:off x="3860800" y="7404100"/>
            <a:ext cx="2692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Staged task and</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review findings</a:t>
            </a:r>
            <a:endParaRPr sz="2200">
              <a:solidFill>
                <a:srgbClr val="1C2B33"/>
              </a:solidFill>
            </a:endParaRPr>
          </a:p>
        </p:txBody>
      </p:sp>
      <p:sp>
        <p:nvSpPr>
          <p:cNvPr id="688" name="Google Shape;688;p100"/>
          <p:cNvSpPr txBox="1"/>
          <p:nvPr/>
        </p:nvSpPr>
        <p:spPr>
          <a:xfrm>
            <a:off x="6908800" y="7404100"/>
            <a:ext cx="6121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Fetch current-commit findings;</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repair spec/test alignment,</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oracle, or verifier.</a:t>
            </a:r>
            <a:endParaRPr sz="2200">
              <a:solidFill>
                <a:srgbClr val="1C2B33"/>
              </a:solidFill>
            </a:endParaRPr>
          </a:p>
        </p:txBody>
      </p:sp>
      <p:sp>
        <p:nvSpPr>
          <p:cNvPr id="689" name="Google Shape;689;p100"/>
          <p:cNvSpPr txBox="1"/>
          <p:nvPr/>
        </p:nvSpPr>
        <p:spPr>
          <a:xfrm>
            <a:off x="13385800" y="7404100"/>
            <a:ext cx="3835500" cy="12318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2200">
                <a:solidFill>
                  <a:srgbClr val="1C2B33"/>
                </a:solidFill>
              </a:rPr>
              <a:t>Difficulty calibration</a:t>
            </a:r>
            <a:endParaRPr sz="2200">
              <a:solidFill>
                <a:srgbClr val="1C2B33"/>
              </a:solidFill>
            </a:endParaRPr>
          </a:p>
          <a:p>
            <a:pPr indent="0" lvl="0" marL="0" rtl="0" algn="l">
              <a:lnSpc>
                <a:spcPct val="105000"/>
              </a:lnSpc>
              <a:spcBef>
                <a:spcPts val="0"/>
              </a:spcBef>
              <a:spcAft>
                <a:spcPts val="0"/>
              </a:spcAft>
              <a:buNone/>
            </a:pPr>
            <a:r>
              <a:rPr lang="en" sz="2200">
                <a:solidFill>
                  <a:srgbClr val="1C2B33"/>
                </a:solidFill>
              </a:rPr>
              <a:t>if repairs include tuning.</a:t>
            </a:r>
            <a:endParaRPr sz="2200">
              <a:solidFill>
                <a:srgbClr val="1C2B33"/>
              </a:solidFill>
            </a:endParaRPr>
          </a:p>
        </p:txBody>
      </p:sp>
      <p:sp>
        <p:nvSpPr>
          <p:cNvPr id="690" name="Google Shape;690;p100"/>
          <p:cNvSpPr txBox="1"/>
          <p:nvPr/>
        </p:nvSpPr>
        <p:spPr>
          <a:xfrm>
            <a:off x="889000" y="8978900"/>
            <a:ext cx="16509900" cy="507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300">
                <a:solidFill>
                  <a:srgbClr val="0668E1"/>
                </a:solidFill>
              </a:rPr>
              <a:t>All three: sanity → official track review → required measurements → scoped commit.</a:t>
            </a:r>
            <a:endParaRPr b="1" sz="2300">
              <a:solidFill>
                <a:srgbClr val="0668E1"/>
              </a:solidFill>
            </a:endParaRPr>
          </a:p>
        </p:txBody>
      </p:sp>
      <p:sp>
        <p:nvSpPr>
          <p:cNvPr id="691" name="Google Shape;691;p100"/>
          <p:cNvSpPr txBox="1"/>
          <p:nvPr/>
        </p:nvSpPr>
        <p:spPr>
          <a:xfrm>
            <a:off x="889000" y="9550400"/>
            <a:ext cx="139701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600">
                <a:solidFill>
                  <a:srgbClr val="0668E1"/>
                </a:solidFill>
              </a:rPr>
              <a:t>CUSTOM TASKOPS  /  4</a:t>
            </a:r>
            <a:endParaRPr sz="1600">
              <a:solidFill>
                <a:srgbClr val="0668E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1"/>
          <p:cNvSpPr txBox="1"/>
          <p:nvPr>
            <p:ph type="title"/>
          </p:nvPr>
        </p:nvSpPr>
        <p:spPr>
          <a:xfrm>
            <a:off x="889000" y="825500"/>
            <a:ext cx="16509900" cy="16509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b="1" lang="en" sz="4200">
                <a:solidFill>
                  <a:srgbClr val="1C2B33"/>
                </a:solidFill>
                <a:latin typeface="Arial"/>
                <a:ea typeface="Arial"/>
                <a:cs typeface="Arial"/>
                <a:sym typeface="Arial"/>
              </a:rPr>
              <a:t> </a:t>
            </a:r>
            <a:endParaRPr b="1" sz="4200">
              <a:solidFill>
                <a:srgbClr val="1C2B33"/>
              </a:solidFill>
              <a:latin typeface="Arial"/>
              <a:ea typeface="Arial"/>
              <a:cs typeface="Arial"/>
              <a:sym typeface="Arial"/>
            </a:endParaRPr>
          </a:p>
        </p:txBody>
      </p:sp>
      <p:sp>
        <p:nvSpPr>
          <p:cNvPr id="697" name="Google Shape;697;p101"/>
          <p:cNvSpPr txBox="1"/>
          <p:nvPr>
            <p:ph idx="1" type="body"/>
          </p:nvPr>
        </p:nvSpPr>
        <p:spPr>
          <a:xfrm>
            <a:off x="889000" y="2730500"/>
            <a:ext cx="16509900" cy="10794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lang="en" sz="3000">
                <a:solidFill>
                  <a:srgbClr val="1C2B33"/>
                </a:solidFill>
                <a:latin typeface="Arial"/>
                <a:ea typeface="Arial"/>
                <a:cs typeface="Arial"/>
                <a:sym typeface="Arial"/>
              </a:rPr>
              <a:t> </a:t>
            </a:r>
            <a:endParaRPr sz="3000">
              <a:solidFill>
                <a:srgbClr val="1C2B33"/>
              </a:solidFill>
              <a:latin typeface="Arial"/>
              <a:ea typeface="Arial"/>
              <a:cs typeface="Arial"/>
              <a:sym typeface="Arial"/>
            </a:endParaRPr>
          </a:p>
        </p:txBody>
      </p:sp>
      <p:sp>
        <p:nvSpPr>
          <p:cNvPr id="698" name="Google Shape;698;p101"/>
          <p:cNvSpPr txBox="1"/>
          <p:nvPr/>
        </p:nvSpPr>
        <p:spPr>
          <a:xfrm>
            <a:off x="889000" y="698500"/>
            <a:ext cx="16509900" cy="1333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4200">
                <a:solidFill>
                  <a:srgbClr val="1C2B33"/>
                </a:solidFill>
              </a:rPr>
              <a:t>Inside the plugin: customize the workflow</a:t>
            </a:r>
            <a:endParaRPr b="1" sz="4200">
              <a:solidFill>
                <a:srgbClr val="1C2B33"/>
              </a:solidFill>
            </a:endParaRPr>
          </a:p>
        </p:txBody>
      </p:sp>
      <p:sp>
        <p:nvSpPr>
          <p:cNvPr id="699" name="Google Shape;699;p101"/>
          <p:cNvSpPr txBox="1"/>
          <p:nvPr/>
        </p:nvSpPr>
        <p:spPr>
          <a:xfrm>
            <a:off x="889000" y="2222500"/>
            <a:ext cx="16509900" cy="888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2700">
                <a:solidFill>
                  <a:srgbClr val="1C2B33"/>
                </a:solidFill>
              </a:rPr>
              <a:t>Shared rules travel with you. Profiles adapt the workflow to each track.</a:t>
            </a:r>
            <a:endParaRPr sz="2700">
              <a:solidFill>
                <a:srgbClr val="1C2B33"/>
              </a:solidFill>
            </a:endParaRPr>
          </a:p>
        </p:txBody>
      </p:sp>
      <p:sp>
        <p:nvSpPr>
          <p:cNvPr id="700" name="Google Shape;700;p101"/>
          <p:cNvSpPr/>
          <p:nvPr/>
        </p:nvSpPr>
        <p:spPr>
          <a:xfrm>
            <a:off x="889000" y="3238500"/>
            <a:ext cx="6032400" cy="4635600"/>
          </a:xfrm>
          <a:prstGeom prst="roundRect">
            <a:avLst>
              <a:gd fmla="val 16667" name="adj"/>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701" name="Google Shape;701;p101"/>
          <p:cNvSpPr txBox="1"/>
          <p:nvPr/>
        </p:nvSpPr>
        <p:spPr>
          <a:xfrm>
            <a:off x="1143000" y="3505200"/>
            <a:ext cx="5524500" cy="546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400">
                <a:solidFill>
                  <a:srgbClr val="0668E1"/>
                </a:solidFill>
              </a:rPr>
              <a:t>A small, editable plugin</a:t>
            </a:r>
            <a:endParaRPr b="1" sz="2400">
              <a:solidFill>
                <a:srgbClr val="0668E1"/>
              </a:solidFill>
            </a:endParaRPr>
          </a:p>
        </p:txBody>
      </p:sp>
      <p:sp>
        <p:nvSpPr>
          <p:cNvPr id="702" name="Google Shape;702;p101"/>
          <p:cNvSpPr txBox="1"/>
          <p:nvPr/>
        </p:nvSpPr>
        <p:spPr>
          <a:xfrm>
            <a:off x="1143000" y="4254500"/>
            <a:ext cx="5524500" cy="2984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2000">
                <a:solidFill>
                  <a:srgbClr val="1C2B33"/>
                </a:solidFill>
                <a:latin typeface="Roboto Mono"/>
                <a:ea typeface="Roboto Mono"/>
                <a:cs typeface="Roboto Mono"/>
                <a:sym typeface="Roboto Mono"/>
              </a:rPr>
              <a:t>custom-taskops/</a:t>
            </a:r>
            <a:endParaRPr sz="2000">
              <a:solidFill>
                <a:srgbClr val="1C2B33"/>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en" sz="2000">
                <a:solidFill>
                  <a:srgbClr val="1C2B33"/>
                </a:solidFill>
                <a:latin typeface="Roboto Mono"/>
                <a:ea typeface="Roboto Mono"/>
                <a:cs typeface="Roboto Mono"/>
                <a:sym typeface="Roboto Mono"/>
              </a:rPr>
              <a:t>├─ .muse-plugin/plugin.json</a:t>
            </a:r>
            <a:endParaRPr sz="2000">
              <a:solidFill>
                <a:srgbClr val="1C2B33"/>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en" sz="2000">
                <a:solidFill>
                  <a:srgbClr val="1C2B33"/>
                </a:solidFill>
                <a:latin typeface="Roboto Mono"/>
                <a:ea typeface="Roboto Mono"/>
                <a:cs typeface="Roboto Mono"/>
                <a:sym typeface="Roboto Mono"/>
              </a:rPr>
              <a:t>├─ skills/&lt;name&gt;/SKILL.md</a:t>
            </a:r>
            <a:endParaRPr sz="2000">
              <a:solidFill>
                <a:srgbClr val="1C2B33"/>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en" sz="2000">
                <a:solidFill>
                  <a:srgbClr val="1C2B33"/>
                </a:solidFill>
                <a:latin typeface="Roboto Mono"/>
                <a:ea typeface="Roboto Mono"/>
                <a:cs typeface="Roboto Mono"/>
                <a:sym typeface="Roboto Mono"/>
              </a:rPr>
              <a:t>├─ references/*.md</a:t>
            </a:r>
            <a:endParaRPr sz="2000">
              <a:solidFill>
                <a:srgbClr val="1C2B33"/>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en" sz="2000">
                <a:solidFill>
                  <a:srgbClr val="1C2B33"/>
                </a:solidFill>
                <a:latin typeface="Roboto Mono"/>
                <a:ea typeface="Roboto Mono"/>
                <a:cs typeface="Roboto Mono"/>
                <a:sym typeface="Roboto Mono"/>
              </a:rPr>
              <a:t>├─ profiles/*.md</a:t>
            </a:r>
            <a:endParaRPr sz="2000">
              <a:solidFill>
                <a:srgbClr val="1C2B33"/>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en" sz="2000">
                <a:solidFill>
                  <a:srgbClr val="1C2B33"/>
                </a:solidFill>
                <a:latin typeface="Roboto Mono"/>
                <a:ea typeface="Roboto Mono"/>
                <a:cs typeface="Roboto Mono"/>
                <a:sym typeface="Roboto Mono"/>
              </a:rPr>
              <a:t>├─ agents/*.md</a:t>
            </a:r>
            <a:endParaRPr sz="2000">
              <a:solidFill>
                <a:srgbClr val="1C2B33"/>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en" sz="2000">
                <a:solidFill>
                  <a:srgbClr val="1C2B33"/>
                </a:solidFill>
                <a:latin typeface="Roboto Mono"/>
                <a:ea typeface="Roboto Mono"/>
                <a:cs typeface="Roboto Mono"/>
                <a:sym typeface="Roboto Mono"/>
              </a:rPr>
              <a:t>└─ hooks/task-gate.{sh,py}</a:t>
            </a:r>
            <a:endParaRPr sz="2000">
              <a:solidFill>
                <a:srgbClr val="1C2B33"/>
              </a:solidFill>
              <a:latin typeface="Roboto Mono"/>
              <a:ea typeface="Roboto Mono"/>
              <a:cs typeface="Roboto Mono"/>
              <a:sym typeface="Roboto Mono"/>
            </a:endParaRPr>
          </a:p>
        </p:txBody>
      </p:sp>
      <p:sp>
        <p:nvSpPr>
          <p:cNvPr id="703" name="Google Shape;703;p101"/>
          <p:cNvSpPr txBox="1"/>
          <p:nvPr/>
        </p:nvSpPr>
        <p:spPr>
          <a:xfrm>
            <a:off x="1143000" y="7213600"/>
            <a:ext cx="5460900" cy="609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1800">
                <a:solidFill>
                  <a:srgbClr val="0668E1"/>
                </a:solidFill>
              </a:rPr>
              <a:t>Copy / fork → register → validate → install</a:t>
            </a:r>
            <a:endParaRPr b="1" sz="1800">
              <a:solidFill>
                <a:srgbClr val="0668E1"/>
              </a:solidFill>
            </a:endParaRPr>
          </a:p>
        </p:txBody>
      </p:sp>
      <p:sp>
        <p:nvSpPr>
          <p:cNvPr id="704" name="Google Shape;704;p101"/>
          <p:cNvSpPr/>
          <p:nvPr/>
        </p:nvSpPr>
        <p:spPr>
          <a:xfrm>
            <a:off x="7302500" y="3238500"/>
            <a:ext cx="10096500" cy="1460400"/>
          </a:xfrm>
          <a:prstGeom prst="roundRect">
            <a:avLst>
              <a:gd fmla="val 16667" name="adj"/>
            </a:avLst>
          </a:prstGeom>
          <a:solidFill>
            <a:srgbClr val="EAF2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705" name="Google Shape;705;p101"/>
          <p:cNvSpPr txBox="1"/>
          <p:nvPr/>
        </p:nvSpPr>
        <p:spPr>
          <a:xfrm>
            <a:off x="7581900" y="3365500"/>
            <a:ext cx="9537600" cy="507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600">
                <a:solidFill>
                  <a:srgbClr val="0668E1"/>
                </a:solidFill>
              </a:rPr>
              <a:t>Skills: define the workflow</a:t>
            </a:r>
            <a:endParaRPr b="1" sz="2600">
              <a:solidFill>
                <a:srgbClr val="0668E1"/>
              </a:solidFill>
            </a:endParaRPr>
          </a:p>
        </p:txBody>
      </p:sp>
      <p:sp>
        <p:nvSpPr>
          <p:cNvPr id="706" name="Google Shape;706;p101"/>
          <p:cNvSpPr txBox="1"/>
          <p:nvPr/>
        </p:nvSpPr>
        <p:spPr>
          <a:xfrm>
            <a:off x="7581900" y="3873500"/>
            <a:ext cx="9537600" cy="800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2100">
                <a:solidFill>
                  <a:srgbClr val="1C2B33"/>
                </a:solidFill>
              </a:rPr>
              <a:t>Write steps and skill handoffs in SKILL.md.</a:t>
            </a:r>
            <a:endParaRPr sz="2100">
              <a:solidFill>
                <a:srgbClr val="1C2B33"/>
              </a:solidFill>
            </a:endParaRPr>
          </a:p>
          <a:p>
            <a:pPr indent="0" lvl="0" marL="0" rtl="0" algn="l">
              <a:lnSpc>
                <a:spcPct val="100000"/>
              </a:lnSpc>
              <a:spcBef>
                <a:spcPts val="0"/>
              </a:spcBef>
              <a:spcAft>
                <a:spcPts val="0"/>
              </a:spcAft>
              <a:buNone/>
            </a:pPr>
            <a:r>
              <a:rPr lang="en" sz="2100">
                <a:solidFill>
                  <a:srgbClr val="1C2B33"/>
                </a:solidFill>
              </a:rPr>
              <a:t>create-task: research → scaffold → validate → commit.</a:t>
            </a:r>
            <a:endParaRPr sz="2100">
              <a:solidFill>
                <a:srgbClr val="1C2B33"/>
              </a:solidFill>
            </a:endParaRPr>
          </a:p>
        </p:txBody>
      </p:sp>
      <p:sp>
        <p:nvSpPr>
          <p:cNvPr id="707" name="Google Shape;707;p101"/>
          <p:cNvSpPr/>
          <p:nvPr/>
        </p:nvSpPr>
        <p:spPr>
          <a:xfrm>
            <a:off x="7302500" y="4826000"/>
            <a:ext cx="10096500" cy="1460400"/>
          </a:xfrm>
          <a:prstGeom prst="roundRect">
            <a:avLst>
              <a:gd fmla="val 16667" name="adj"/>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708" name="Google Shape;708;p101"/>
          <p:cNvSpPr txBox="1"/>
          <p:nvPr/>
        </p:nvSpPr>
        <p:spPr>
          <a:xfrm>
            <a:off x="7581900" y="4953000"/>
            <a:ext cx="9537600" cy="507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600">
                <a:solidFill>
                  <a:srgbClr val="0668E1"/>
                </a:solidFill>
              </a:rPr>
              <a:t>References: share the rules</a:t>
            </a:r>
            <a:endParaRPr b="1" sz="2600">
              <a:solidFill>
                <a:srgbClr val="0668E1"/>
              </a:solidFill>
            </a:endParaRPr>
          </a:p>
        </p:txBody>
      </p:sp>
      <p:sp>
        <p:nvSpPr>
          <p:cNvPr id="709" name="Google Shape;709;p101"/>
          <p:cNvSpPr txBox="1"/>
          <p:nvPr/>
        </p:nvSpPr>
        <p:spPr>
          <a:xfrm>
            <a:off x="7581900" y="5461000"/>
            <a:ext cx="9537600" cy="800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2100">
                <a:solidFill>
                  <a:srgbClr val="1C2B33"/>
                </a:solidFill>
              </a:rPr>
              <a:t>Reuse sanity, review, retry, and commit policies.</a:t>
            </a:r>
            <a:endParaRPr sz="2100">
              <a:solidFill>
                <a:srgbClr val="1C2B33"/>
              </a:solidFill>
            </a:endParaRPr>
          </a:p>
          <a:p>
            <a:pPr indent="0" lvl="0" marL="0" rtl="0" algn="l">
              <a:lnSpc>
                <a:spcPct val="100000"/>
              </a:lnSpc>
              <a:spcBef>
                <a:spcPts val="0"/>
              </a:spcBef>
              <a:spcAft>
                <a:spcPts val="0"/>
              </a:spcAft>
              <a:buNone/>
            </a:pPr>
            <a:r>
              <a:rPr lang="en" sz="2100">
                <a:solidFill>
                  <a:srgbClr val="1C2B33"/>
                </a:solidFill>
              </a:rPr>
              <a:t>Change a shared preference once for every operation.</a:t>
            </a:r>
            <a:endParaRPr sz="2100">
              <a:solidFill>
                <a:srgbClr val="1C2B33"/>
              </a:solidFill>
            </a:endParaRPr>
          </a:p>
        </p:txBody>
      </p:sp>
      <p:sp>
        <p:nvSpPr>
          <p:cNvPr id="710" name="Google Shape;710;p101"/>
          <p:cNvSpPr/>
          <p:nvPr/>
        </p:nvSpPr>
        <p:spPr>
          <a:xfrm>
            <a:off x="7302500" y="6413500"/>
            <a:ext cx="10096500" cy="1460400"/>
          </a:xfrm>
          <a:prstGeom prst="roundRect">
            <a:avLst>
              <a:gd fmla="val 16667" name="adj"/>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711" name="Google Shape;711;p101"/>
          <p:cNvSpPr txBox="1"/>
          <p:nvPr/>
        </p:nvSpPr>
        <p:spPr>
          <a:xfrm>
            <a:off x="7581900" y="6540500"/>
            <a:ext cx="9537600" cy="507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600">
                <a:solidFill>
                  <a:srgbClr val="0668E1"/>
                </a:solidFill>
              </a:rPr>
              <a:t>Profiles: adapt each track</a:t>
            </a:r>
            <a:endParaRPr b="1" sz="2600">
              <a:solidFill>
                <a:srgbClr val="0668E1"/>
              </a:solidFill>
            </a:endParaRPr>
          </a:p>
        </p:txBody>
      </p:sp>
      <p:sp>
        <p:nvSpPr>
          <p:cNvPr id="712" name="Google Shape;712;p101"/>
          <p:cNvSpPr txBox="1"/>
          <p:nvPr/>
        </p:nvSpPr>
        <p:spPr>
          <a:xfrm>
            <a:off x="7581900" y="7048500"/>
            <a:ext cx="9537600" cy="800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2100">
                <a:solidFill>
                  <a:srgbClr val="1C2B33"/>
                </a:solidFill>
              </a:rPr>
              <a:t>Set verifier commands and official review routing per track.</a:t>
            </a:r>
            <a:endParaRPr sz="2100">
              <a:solidFill>
                <a:srgbClr val="1C2B33"/>
              </a:solidFill>
            </a:endParaRPr>
          </a:p>
          <a:p>
            <a:pPr indent="0" lvl="0" marL="0" rtl="0" algn="l">
              <a:lnSpc>
                <a:spcPct val="100000"/>
              </a:lnSpc>
              <a:spcBef>
                <a:spcPts val="0"/>
              </a:spcBef>
              <a:spcAft>
                <a:spcPts val="0"/>
              </a:spcAft>
              <a:buNone/>
            </a:pPr>
            <a:r>
              <a:rPr lang="en" sz="2100">
                <a:solidFill>
                  <a:srgbClr val="1C2B33"/>
                </a:solidFill>
              </a:rPr>
              <a:t>Override difficulty / context targets where needed.</a:t>
            </a:r>
            <a:endParaRPr sz="2100">
              <a:solidFill>
                <a:srgbClr val="1C2B33"/>
              </a:solidFill>
            </a:endParaRPr>
          </a:p>
        </p:txBody>
      </p:sp>
      <p:sp>
        <p:nvSpPr>
          <p:cNvPr id="713" name="Google Shape;713;p101"/>
          <p:cNvSpPr txBox="1"/>
          <p:nvPr/>
        </p:nvSpPr>
        <p:spPr>
          <a:xfrm>
            <a:off x="889000" y="8102600"/>
            <a:ext cx="16509900" cy="787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 sz="1800">
                <a:solidFill>
                  <a:srgbClr val="64748B"/>
                </a:solidFill>
              </a:rPr>
              <a:t>agents/: compact research briefs · Task repo AGENTS.md: local commands</a:t>
            </a:r>
            <a:endParaRPr sz="1800">
              <a:solidFill>
                <a:srgbClr val="64748B"/>
              </a:solidFill>
            </a:endParaRPr>
          </a:p>
          <a:p>
            <a:pPr indent="0" lvl="0" marL="0" rtl="0" algn="l">
              <a:lnSpc>
                <a:spcPct val="110000"/>
              </a:lnSpc>
              <a:spcBef>
                <a:spcPts val="600"/>
              </a:spcBef>
              <a:spcAft>
                <a:spcPts val="600"/>
              </a:spcAft>
              <a:buNone/>
            </a:pPr>
            <a:r>
              <a:rPr lang="en" sz="1800">
                <a:solidFill>
                  <a:srgbClr val="64748B"/>
                </a:solidFill>
              </a:rPr>
              <a:t>hooks/: event scripts; the Stop hook provides quick advisory checks</a:t>
            </a:r>
            <a:endParaRPr sz="1800">
              <a:solidFill>
                <a:srgbClr val="64748B"/>
              </a:solidFill>
            </a:endParaRPr>
          </a:p>
        </p:txBody>
      </p:sp>
      <p:sp>
        <p:nvSpPr>
          <p:cNvPr id="714" name="Google Shape;714;p101"/>
          <p:cNvSpPr txBox="1"/>
          <p:nvPr/>
        </p:nvSpPr>
        <p:spPr>
          <a:xfrm>
            <a:off x="889000" y="9017000"/>
            <a:ext cx="16509900" cy="431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300">
                <a:solidFill>
                  <a:srgbClr val="0668E1"/>
                </a:solidFill>
              </a:rPr>
              <a:t>Ask AI to edit a skill, shared rule, or track profile to match how you work.</a:t>
            </a:r>
            <a:endParaRPr b="1" sz="2300">
              <a:solidFill>
                <a:srgbClr val="0668E1"/>
              </a:solidFill>
            </a:endParaRPr>
          </a:p>
        </p:txBody>
      </p:sp>
      <p:sp>
        <p:nvSpPr>
          <p:cNvPr id="715" name="Google Shape;715;p101"/>
          <p:cNvSpPr txBox="1"/>
          <p:nvPr/>
        </p:nvSpPr>
        <p:spPr>
          <a:xfrm>
            <a:off x="889000" y="9550400"/>
            <a:ext cx="139701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600">
                <a:solidFill>
                  <a:srgbClr val="0668E1"/>
                </a:solidFill>
              </a:rPr>
              <a:t>CUSTOM TASKOPS  /  5</a:t>
            </a:r>
            <a:endParaRPr sz="1600">
              <a:solidFill>
                <a:srgbClr val="0668E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9" name="Shape 719"/>
        <p:cNvGrpSpPr/>
        <p:nvPr/>
      </p:nvGrpSpPr>
      <p:grpSpPr>
        <a:xfrm>
          <a:off x="0" y="0"/>
          <a:ext cx="0" cy="0"/>
          <a:chOff x="0" y="0"/>
          <a:chExt cx="0" cy="0"/>
        </a:xfrm>
      </p:grpSpPr>
      <p:sp>
        <p:nvSpPr>
          <p:cNvPr id="720" name="Google Shape;720;p102"/>
          <p:cNvSpPr txBox="1"/>
          <p:nvPr>
            <p:ph type="title"/>
          </p:nvPr>
        </p:nvSpPr>
        <p:spPr>
          <a:xfrm>
            <a:off x="889000" y="825500"/>
            <a:ext cx="16509900" cy="16509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b="1" lang="en" sz="4200">
                <a:solidFill>
                  <a:srgbClr val="1C2B33"/>
                </a:solidFill>
                <a:latin typeface="Arial"/>
                <a:ea typeface="Arial"/>
                <a:cs typeface="Arial"/>
                <a:sym typeface="Arial"/>
              </a:rPr>
              <a:t> </a:t>
            </a:r>
            <a:endParaRPr b="1" sz="4200">
              <a:solidFill>
                <a:srgbClr val="1C2B33"/>
              </a:solidFill>
              <a:latin typeface="Arial"/>
              <a:ea typeface="Arial"/>
              <a:cs typeface="Arial"/>
              <a:sym typeface="Arial"/>
            </a:endParaRPr>
          </a:p>
        </p:txBody>
      </p:sp>
      <p:sp>
        <p:nvSpPr>
          <p:cNvPr id="721" name="Google Shape;721;p102"/>
          <p:cNvSpPr txBox="1"/>
          <p:nvPr>
            <p:ph idx="1" type="body"/>
          </p:nvPr>
        </p:nvSpPr>
        <p:spPr>
          <a:xfrm>
            <a:off x="889000" y="2730500"/>
            <a:ext cx="16509900" cy="10794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1200"/>
              </a:spcAft>
              <a:buNone/>
            </a:pPr>
            <a:r>
              <a:rPr lang="en" sz="3000">
                <a:solidFill>
                  <a:srgbClr val="1C2B33"/>
                </a:solidFill>
                <a:latin typeface="Arial"/>
                <a:ea typeface="Arial"/>
                <a:cs typeface="Arial"/>
                <a:sym typeface="Arial"/>
              </a:rPr>
              <a:t> </a:t>
            </a:r>
            <a:endParaRPr sz="3000">
              <a:solidFill>
                <a:srgbClr val="1C2B33"/>
              </a:solidFill>
              <a:latin typeface="Arial"/>
              <a:ea typeface="Arial"/>
              <a:cs typeface="Arial"/>
              <a:sym typeface="Arial"/>
            </a:endParaRPr>
          </a:p>
        </p:txBody>
      </p:sp>
      <p:sp>
        <p:nvSpPr>
          <p:cNvPr id="722" name="Google Shape;722;p102"/>
          <p:cNvSpPr txBox="1"/>
          <p:nvPr/>
        </p:nvSpPr>
        <p:spPr>
          <a:xfrm>
            <a:off x="889000" y="698500"/>
            <a:ext cx="16509900" cy="1333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4200">
                <a:solidFill>
                  <a:srgbClr val="1C2B33"/>
                </a:solidFill>
              </a:rPr>
              <a:t>Custom TaskOps on GitHub</a:t>
            </a:r>
            <a:endParaRPr b="1" sz="4200">
              <a:solidFill>
                <a:srgbClr val="1C2B33"/>
              </a:solidFill>
            </a:endParaRPr>
          </a:p>
        </p:txBody>
      </p:sp>
      <p:sp>
        <p:nvSpPr>
          <p:cNvPr id="723" name="Google Shape;723;p102"/>
          <p:cNvSpPr/>
          <p:nvPr/>
        </p:nvSpPr>
        <p:spPr>
          <a:xfrm>
            <a:off x="889000" y="3873500"/>
            <a:ext cx="5079900" cy="3683100"/>
          </a:xfrm>
          <a:prstGeom prst="roundRect">
            <a:avLst>
              <a:gd fmla="val 16667" name="adj"/>
            </a:avLst>
          </a:prstGeom>
          <a:solidFill>
            <a:srgbClr val="EAF2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724" name="Google Shape;724;p102"/>
          <p:cNvSpPr txBox="1"/>
          <p:nvPr/>
        </p:nvSpPr>
        <p:spPr>
          <a:xfrm>
            <a:off x="1168400" y="4165600"/>
            <a:ext cx="4521300" cy="825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3000">
                <a:solidFill>
                  <a:srgbClr val="0668E1"/>
                </a:solidFill>
              </a:rPr>
              <a:t>Try Custom TaskOps</a:t>
            </a:r>
            <a:endParaRPr b="1" sz="3000">
              <a:solidFill>
                <a:srgbClr val="0668E1"/>
              </a:solidFill>
            </a:endParaRPr>
          </a:p>
        </p:txBody>
      </p:sp>
      <p:sp>
        <p:nvSpPr>
          <p:cNvPr id="725" name="Google Shape;725;p102"/>
          <p:cNvSpPr txBox="1"/>
          <p:nvPr/>
        </p:nvSpPr>
        <p:spPr>
          <a:xfrm>
            <a:off x="1168400" y="5143500"/>
            <a:ext cx="4521300" cy="2286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 sz="2400">
                <a:solidFill>
                  <a:srgbClr val="1C2B33"/>
                </a:solidFill>
              </a:rPr>
              <a:t>Run a task operation.</a:t>
            </a:r>
            <a:endParaRPr sz="2400">
              <a:solidFill>
                <a:srgbClr val="1C2B33"/>
              </a:solidFill>
            </a:endParaRPr>
          </a:p>
          <a:p>
            <a:pPr indent="0" lvl="0" marL="0" rtl="0" algn="l">
              <a:lnSpc>
                <a:spcPct val="110000"/>
              </a:lnSpc>
              <a:spcBef>
                <a:spcPts val="600"/>
              </a:spcBef>
              <a:spcAft>
                <a:spcPts val="0"/>
              </a:spcAft>
              <a:buNone/>
            </a:pPr>
            <a:r>
              <a:rPr lang="en" sz="2400">
                <a:solidFill>
                  <a:srgbClr val="1C2B33"/>
                </a:solidFill>
              </a:rPr>
              <a:t>Inspect the checks, fixes,</a:t>
            </a:r>
            <a:endParaRPr sz="2400">
              <a:solidFill>
                <a:srgbClr val="1C2B33"/>
              </a:solidFill>
            </a:endParaRPr>
          </a:p>
          <a:p>
            <a:pPr indent="0" lvl="0" marL="0" rtl="0" algn="l">
              <a:lnSpc>
                <a:spcPct val="110000"/>
              </a:lnSpc>
              <a:spcBef>
                <a:spcPts val="600"/>
              </a:spcBef>
              <a:spcAft>
                <a:spcPts val="600"/>
              </a:spcAft>
              <a:buNone/>
            </a:pPr>
            <a:r>
              <a:rPr lang="en" sz="2400">
                <a:solidFill>
                  <a:srgbClr val="1C2B33"/>
                </a:solidFill>
              </a:rPr>
              <a:t>and resulting commit.</a:t>
            </a:r>
            <a:endParaRPr sz="2400">
              <a:solidFill>
                <a:srgbClr val="1C2B33"/>
              </a:solidFill>
            </a:endParaRPr>
          </a:p>
        </p:txBody>
      </p:sp>
      <p:sp>
        <p:nvSpPr>
          <p:cNvPr id="726" name="Google Shape;726;p102"/>
          <p:cNvSpPr/>
          <p:nvPr/>
        </p:nvSpPr>
        <p:spPr>
          <a:xfrm>
            <a:off x="6604000" y="3873500"/>
            <a:ext cx="5079900" cy="3683100"/>
          </a:xfrm>
          <a:prstGeom prst="roundRect">
            <a:avLst>
              <a:gd fmla="val 16667" name="adj"/>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727" name="Google Shape;727;p102"/>
          <p:cNvSpPr txBox="1"/>
          <p:nvPr/>
        </p:nvSpPr>
        <p:spPr>
          <a:xfrm>
            <a:off x="6883400" y="4165600"/>
            <a:ext cx="4521300" cy="825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3000">
                <a:solidFill>
                  <a:srgbClr val="0668E1"/>
                </a:solidFill>
              </a:rPr>
              <a:t>Customize it</a:t>
            </a:r>
            <a:endParaRPr b="1" sz="3000">
              <a:solidFill>
                <a:srgbClr val="0668E1"/>
              </a:solidFill>
            </a:endParaRPr>
          </a:p>
        </p:txBody>
      </p:sp>
      <p:sp>
        <p:nvSpPr>
          <p:cNvPr id="728" name="Google Shape;728;p102"/>
          <p:cNvSpPr txBox="1"/>
          <p:nvPr/>
        </p:nvSpPr>
        <p:spPr>
          <a:xfrm>
            <a:off x="6883400" y="5143500"/>
            <a:ext cx="4521300" cy="2286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 sz="2400">
                <a:solidFill>
                  <a:srgbClr val="1C2B33"/>
                </a:solidFill>
              </a:rPr>
              <a:t>Keep the useful defaults.</a:t>
            </a:r>
            <a:endParaRPr sz="2400">
              <a:solidFill>
                <a:srgbClr val="1C2B33"/>
              </a:solidFill>
            </a:endParaRPr>
          </a:p>
          <a:p>
            <a:pPr indent="0" lvl="0" marL="0" rtl="0" algn="l">
              <a:lnSpc>
                <a:spcPct val="110000"/>
              </a:lnSpc>
              <a:spcBef>
                <a:spcPts val="600"/>
              </a:spcBef>
              <a:spcAft>
                <a:spcPts val="0"/>
              </a:spcAft>
              <a:buNone/>
            </a:pPr>
            <a:r>
              <a:rPr lang="en" sz="2400">
                <a:solidFill>
                  <a:srgbClr val="1C2B33"/>
                </a:solidFill>
              </a:rPr>
              <a:t>Change steps, policies,</a:t>
            </a:r>
            <a:endParaRPr sz="2400">
              <a:solidFill>
                <a:srgbClr val="1C2B33"/>
              </a:solidFill>
            </a:endParaRPr>
          </a:p>
          <a:p>
            <a:pPr indent="0" lvl="0" marL="0" rtl="0" algn="l">
              <a:lnSpc>
                <a:spcPct val="110000"/>
              </a:lnSpc>
              <a:spcBef>
                <a:spcPts val="600"/>
              </a:spcBef>
              <a:spcAft>
                <a:spcPts val="600"/>
              </a:spcAft>
              <a:buNone/>
            </a:pPr>
            <a:r>
              <a:rPr lang="en" sz="2400">
                <a:solidFill>
                  <a:srgbClr val="1C2B33"/>
                </a:solidFill>
              </a:rPr>
              <a:t>or track-specific behavior.</a:t>
            </a:r>
            <a:endParaRPr sz="2400">
              <a:solidFill>
                <a:srgbClr val="1C2B33"/>
              </a:solidFill>
            </a:endParaRPr>
          </a:p>
        </p:txBody>
      </p:sp>
      <p:sp>
        <p:nvSpPr>
          <p:cNvPr id="729" name="Google Shape;729;p102"/>
          <p:cNvSpPr/>
          <p:nvPr/>
        </p:nvSpPr>
        <p:spPr>
          <a:xfrm>
            <a:off x="12319000" y="3873500"/>
            <a:ext cx="5079900" cy="3683100"/>
          </a:xfrm>
          <a:prstGeom prst="roundRect">
            <a:avLst>
              <a:gd fmla="val 16667" name="adj"/>
            </a:avLst>
          </a:prstGeom>
          <a:solidFill>
            <a:srgbClr val="F3F6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timistic"/>
              <a:ea typeface="Optimistic"/>
              <a:cs typeface="Optimistic"/>
              <a:sym typeface="Optimistic"/>
            </a:endParaRPr>
          </a:p>
        </p:txBody>
      </p:sp>
      <p:sp>
        <p:nvSpPr>
          <p:cNvPr id="730" name="Google Shape;730;p102"/>
          <p:cNvSpPr txBox="1"/>
          <p:nvPr/>
        </p:nvSpPr>
        <p:spPr>
          <a:xfrm>
            <a:off x="12598400" y="4165600"/>
            <a:ext cx="4521300" cy="825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3000">
                <a:solidFill>
                  <a:srgbClr val="0668E1"/>
                </a:solidFill>
              </a:rPr>
              <a:t>Build your own</a:t>
            </a:r>
            <a:endParaRPr b="1" sz="3000">
              <a:solidFill>
                <a:srgbClr val="0668E1"/>
              </a:solidFill>
            </a:endParaRPr>
          </a:p>
        </p:txBody>
      </p:sp>
      <p:sp>
        <p:nvSpPr>
          <p:cNvPr id="731" name="Google Shape;731;p102"/>
          <p:cNvSpPr txBox="1"/>
          <p:nvPr/>
        </p:nvSpPr>
        <p:spPr>
          <a:xfrm>
            <a:off x="12598400" y="5143500"/>
            <a:ext cx="4521300" cy="2286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en" sz="2400">
                <a:solidFill>
                  <a:srgbClr val="1C2B33"/>
                </a:solidFill>
              </a:rPr>
              <a:t>Use this structure</a:t>
            </a:r>
            <a:endParaRPr sz="2400">
              <a:solidFill>
                <a:srgbClr val="1C2B33"/>
              </a:solidFill>
            </a:endParaRPr>
          </a:p>
          <a:p>
            <a:pPr indent="0" lvl="0" marL="0" rtl="0" algn="l">
              <a:lnSpc>
                <a:spcPct val="110000"/>
              </a:lnSpc>
              <a:spcBef>
                <a:spcPts val="600"/>
              </a:spcBef>
              <a:spcAft>
                <a:spcPts val="0"/>
              </a:spcAft>
              <a:buNone/>
            </a:pPr>
            <a:r>
              <a:rPr lang="en" sz="2400">
                <a:solidFill>
                  <a:srgbClr val="1C2B33"/>
                </a:solidFill>
              </a:rPr>
              <a:t>or start a blank plugin.</a:t>
            </a:r>
            <a:endParaRPr sz="2400">
              <a:solidFill>
                <a:srgbClr val="1C2B33"/>
              </a:solidFill>
            </a:endParaRPr>
          </a:p>
          <a:p>
            <a:pPr indent="0" lvl="0" marL="0" rtl="0" algn="l">
              <a:lnSpc>
                <a:spcPct val="110000"/>
              </a:lnSpc>
              <a:spcBef>
                <a:spcPts val="600"/>
              </a:spcBef>
              <a:spcAft>
                <a:spcPts val="600"/>
              </a:spcAft>
              <a:buNone/>
            </a:pPr>
            <a:r>
              <a:rPr lang="en" sz="2400">
                <a:solidFill>
                  <a:srgbClr val="1C2B33"/>
                </a:solidFill>
              </a:rPr>
              <a:t>Ask AI to write the workflow.</a:t>
            </a:r>
            <a:endParaRPr sz="2400">
              <a:solidFill>
                <a:srgbClr val="1C2B33"/>
              </a:solidFill>
            </a:endParaRPr>
          </a:p>
        </p:txBody>
      </p:sp>
      <p:sp>
        <p:nvSpPr>
          <p:cNvPr id="732" name="Google Shape;732;p102"/>
          <p:cNvSpPr txBox="1"/>
          <p:nvPr/>
        </p:nvSpPr>
        <p:spPr>
          <a:xfrm>
            <a:off x="889000" y="9029700"/>
            <a:ext cx="16509900" cy="431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b="1" lang="en" sz="2100" u="sng">
                <a:solidFill>
                  <a:schemeClr val="hlink"/>
                </a:solidFill>
                <a:hlinkClick r:id="rId3"/>
              </a:rPr>
              <a:t>github.com/hrnmeta/custom-taskops</a:t>
            </a:r>
            <a:endParaRPr b="1" sz="2100">
              <a:solidFill>
                <a:srgbClr val="0668E1"/>
              </a:solidFill>
            </a:endParaRPr>
          </a:p>
        </p:txBody>
      </p:sp>
      <p:sp>
        <p:nvSpPr>
          <p:cNvPr id="733" name="Google Shape;733;p102"/>
          <p:cNvSpPr txBox="1"/>
          <p:nvPr/>
        </p:nvSpPr>
        <p:spPr>
          <a:xfrm>
            <a:off x="889000" y="9550400"/>
            <a:ext cx="13970100" cy="444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600"/>
              </a:spcAft>
              <a:buNone/>
            </a:pPr>
            <a:r>
              <a:rPr lang="en" sz="1600">
                <a:solidFill>
                  <a:srgbClr val="0668E1"/>
                </a:solidFill>
              </a:rPr>
              <a:t>CUSTOM TASKOPS  /  6</a:t>
            </a:r>
            <a:endParaRPr sz="1600">
              <a:solidFill>
                <a:srgbClr val="0668E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eta_v5">
  <a:themeElements>
    <a:clrScheme name="Simple Light">
      <a:dk1>
        <a:srgbClr val="1C2B33"/>
      </a:dk1>
      <a:lt1>
        <a:srgbClr val="283943"/>
      </a:lt1>
      <a:dk2>
        <a:srgbClr val="344854"/>
      </a:dk2>
      <a:lt2>
        <a:srgbClr val="67788A"/>
      </a:lt2>
      <a:accent1>
        <a:srgbClr val="A7B3BF"/>
      </a:accent1>
      <a:accent2>
        <a:srgbClr val="CBD2D9"/>
      </a:accent2>
      <a:accent3>
        <a:srgbClr val="F1F4F7"/>
      </a:accent3>
      <a:accent4>
        <a:srgbClr val="FFFFFF"/>
      </a:accent4>
      <a:accent5>
        <a:srgbClr val="000000"/>
      </a:accent5>
      <a:accent6>
        <a:srgbClr val="0064E0"/>
      </a:accent6>
      <a:hlink>
        <a:srgbClr val="0082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