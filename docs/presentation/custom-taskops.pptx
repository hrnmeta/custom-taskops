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10287000" cx="18288000"/>
  <p:notesSz cx="6858000" cy="9144000"/>
  <p:embeddedFontLst>
    <p:embeddedFont>
      <p:font typeface="Optimistic"/>
      <p:regular r:id="rId11"/>
      <p:bold r:id="rId12"/>
      <p:italic r:id="rId13"/>
      <p:boldItalic r:id="rId14"/>
    </p:embeddedFont>
    <p:embeddedFont>
      <p:font typeface="Optimistic Medium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20" Type="http://schemas.openxmlformats.org/officeDocument/2006/relationships/font" Target="fonts/RobotoMono-bold.fntdata"/><Relationship Id="rId22" Type="http://schemas.openxmlformats.org/officeDocument/2006/relationships/font" Target="fonts/RobotoMono-boldItalic.fntdata"/><Relationship Id="rId21" Type="http://schemas.openxmlformats.org/officeDocument/2006/relationships/font" Target="fonts/RobotoMono-italic.fntdata"/><Relationship Id="rId11" Type="http://schemas.openxmlformats.org/officeDocument/2006/relationships/font" Target="fonts/Optimistic-regular.fntdata"/><Relationship Id="rId10" Type="http://schemas.openxmlformats.org/officeDocument/2006/relationships/slide" Target="slides/slide6.xml"/><Relationship Id="rId13" Type="http://schemas.openxmlformats.org/officeDocument/2006/relationships/font" Target="fonts/Optimistic-italic.fntdata"/><Relationship Id="rId12" Type="http://schemas.openxmlformats.org/officeDocument/2006/relationships/font" Target="fonts/Optimistic-bold.fntdata"/><Relationship Id="rId15" Type="http://schemas.openxmlformats.org/officeDocument/2006/relationships/font" Target="fonts/OptimisticMedium-regular.fntdata"/><Relationship Id="rId14" Type="http://schemas.openxmlformats.org/officeDocument/2006/relationships/font" Target="fonts/Optimistic-boldItalic.fntdata"/><Relationship Id="rId17" Type="http://schemas.openxmlformats.org/officeDocument/2006/relationships/font" Target="fonts/OptimisticMedium-italic.fntdata"/><Relationship Id="rId16" Type="http://schemas.openxmlformats.org/officeDocument/2006/relationships/font" Target="fonts/OptimisticMedium-bold.fntdata"/><Relationship Id="rId19" Type="http://schemas.openxmlformats.org/officeDocument/2006/relationships/font" Target="fonts/RobotoMono-regular.fntdata"/><Relationship Id="rId18" Type="http://schemas.openxmlformats.org/officeDocument/2006/relationships/font" Target="fonts/Optimistic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taskops_cover_oct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taskops_cover_oct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slide_ygcwmck6o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slide_ygcwmck6o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slide_mb3eskrmohv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slide_mb3eskrmohv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slide_oce12qm4urhj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slide_oce12qm4urhj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slide_7tl31nz356d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slide_7tl31nz356d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slide_h0xt1k3tx6io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slide_h0xt1k3tx6io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Titl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429662" y="8815400"/>
            <a:ext cx="2439250" cy="1050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90565" y="8942832"/>
            <a:ext cx="2811900" cy="69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11" name="Google Shape;11;p2"/>
          <p:cNvSpPr txBox="1"/>
          <p:nvPr>
            <p:ph idx="2" type="subTitle"/>
          </p:nvPr>
        </p:nvSpPr>
        <p:spPr>
          <a:xfrm>
            <a:off x="4317205" y="8942832"/>
            <a:ext cx="2811900" cy="69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12" name="Google Shape;12;p2"/>
          <p:cNvSpPr txBox="1"/>
          <p:nvPr>
            <p:ph idx="3" type="subTitle"/>
          </p:nvPr>
        </p:nvSpPr>
        <p:spPr>
          <a:xfrm>
            <a:off x="7843845" y="8942832"/>
            <a:ext cx="2811900" cy="69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790565" y="3849624"/>
            <a:ext cx="11964900" cy="171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4" type="subTitle"/>
          </p:nvPr>
        </p:nvSpPr>
        <p:spPr>
          <a:xfrm>
            <a:off x="790565" y="6153912"/>
            <a:ext cx="119649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_Agenda">
  <p:cSld name="SECTION_HEADER_2_2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" type="body"/>
          </p:nvPr>
        </p:nvSpPr>
        <p:spPr>
          <a:xfrm>
            <a:off x="9372603" y="1873800"/>
            <a:ext cx="6792000" cy="6844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4000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indent="-400050" lvl="1" marL="9144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700"/>
              <a:buAutoNum type="alphaLcPeriod"/>
              <a:defRPr sz="2700"/>
            </a:lvl2pPr>
            <a:lvl3pPr indent="-400050" lvl="2" marL="13716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700"/>
              <a:buAutoNum type="romanLcPeriod"/>
              <a:defRPr sz="2700"/>
            </a:lvl3pPr>
            <a:lvl4pPr indent="-400050" lvl="3" marL="18288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700"/>
              <a:buAutoNum type="arabicPeriod"/>
              <a:defRPr sz="2700"/>
            </a:lvl4pPr>
            <a:lvl5pPr indent="-400050" lvl="4" marL="22860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700"/>
              <a:buAutoNum type="alphaLcPeriod"/>
              <a:defRPr sz="2700"/>
            </a:lvl5pPr>
            <a:lvl6pPr indent="-400050" lvl="5" marL="27432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700"/>
              <a:buAutoNum type="romanLcPeriod"/>
              <a:defRPr sz="2700"/>
            </a:lvl6pPr>
            <a:lvl7pPr indent="-400050" lvl="6" marL="32004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700"/>
              <a:buAutoNum type="arabicPeriod"/>
              <a:defRPr sz="2700"/>
            </a:lvl7pPr>
            <a:lvl8pPr indent="-400050" lvl="7" marL="36576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700"/>
              <a:buAutoNum type="alphaLcPeriod"/>
              <a:defRPr sz="2700"/>
            </a:lvl8pPr>
            <a:lvl9pPr indent="-400050" lvl="8" marL="4114800" rtl="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SzPts val="2700"/>
              <a:buAutoNum type="romanLcPeriod"/>
              <a:defRPr sz="2700"/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1527048" y="4301688"/>
            <a:ext cx="4224600" cy="16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Schedule">
  <p:cSld name="SECTION_HEADER_2_2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1527048" y="4301688"/>
            <a:ext cx="4224600" cy="16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subTitle"/>
          </p:nvPr>
        </p:nvSpPr>
        <p:spPr>
          <a:xfrm>
            <a:off x="8586216" y="2394239"/>
            <a:ext cx="42246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21" name="Google Shape;21;p4"/>
          <p:cNvSpPr txBox="1"/>
          <p:nvPr>
            <p:ph idx="2" type="subTitle"/>
          </p:nvPr>
        </p:nvSpPr>
        <p:spPr>
          <a:xfrm>
            <a:off x="13405104" y="2394240"/>
            <a:ext cx="42246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22" name="Google Shape;22;p4"/>
          <p:cNvSpPr txBox="1"/>
          <p:nvPr>
            <p:ph idx="3" type="subTitle"/>
          </p:nvPr>
        </p:nvSpPr>
        <p:spPr>
          <a:xfrm>
            <a:off x="8586216" y="202848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23" name="Google Shape;23;p4"/>
          <p:cNvSpPr txBox="1"/>
          <p:nvPr>
            <p:ph idx="4" type="subTitle"/>
          </p:nvPr>
        </p:nvSpPr>
        <p:spPr>
          <a:xfrm>
            <a:off x="13405104" y="202848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24" name="Google Shape;24;p4"/>
          <p:cNvSpPr txBox="1"/>
          <p:nvPr>
            <p:ph idx="5" type="subTitle"/>
          </p:nvPr>
        </p:nvSpPr>
        <p:spPr>
          <a:xfrm>
            <a:off x="8586216" y="4131608"/>
            <a:ext cx="42246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25" name="Google Shape;25;p4"/>
          <p:cNvSpPr txBox="1"/>
          <p:nvPr>
            <p:ph idx="6" type="subTitle"/>
          </p:nvPr>
        </p:nvSpPr>
        <p:spPr>
          <a:xfrm>
            <a:off x="13405104" y="4131607"/>
            <a:ext cx="42246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26" name="Google Shape;26;p4"/>
          <p:cNvSpPr txBox="1"/>
          <p:nvPr>
            <p:ph idx="7" type="subTitle"/>
          </p:nvPr>
        </p:nvSpPr>
        <p:spPr>
          <a:xfrm>
            <a:off x="8586216" y="376584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27" name="Google Shape;27;p4"/>
          <p:cNvSpPr txBox="1"/>
          <p:nvPr>
            <p:ph idx="8" type="subTitle"/>
          </p:nvPr>
        </p:nvSpPr>
        <p:spPr>
          <a:xfrm>
            <a:off x="13405104" y="376584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28" name="Google Shape;28;p4"/>
          <p:cNvSpPr txBox="1"/>
          <p:nvPr>
            <p:ph idx="9" type="subTitle"/>
          </p:nvPr>
        </p:nvSpPr>
        <p:spPr>
          <a:xfrm>
            <a:off x="8586216" y="5868962"/>
            <a:ext cx="42246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29" name="Google Shape;29;p4"/>
          <p:cNvSpPr txBox="1"/>
          <p:nvPr>
            <p:ph idx="13" type="subTitle"/>
          </p:nvPr>
        </p:nvSpPr>
        <p:spPr>
          <a:xfrm>
            <a:off x="13405104" y="5868962"/>
            <a:ext cx="42246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30" name="Google Shape;30;p4"/>
          <p:cNvSpPr txBox="1"/>
          <p:nvPr>
            <p:ph idx="14" type="subTitle"/>
          </p:nvPr>
        </p:nvSpPr>
        <p:spPr>
          <a:xfrm>
            <a:off x="8586216" y="550320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31" name="Google Shape;31;p4"/>
          <p:cNvSpPr txBox="1"/>
          <p:nvPr>
            <p:ph idx="15" type="subTitle"/>
          </p:nvPr>
        </p:nvSpPr>
        <p:spPr>
          <a:xfrm>
            <a:off x="13405104" y="550320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32" name="Google Shape;32;p4"/>
          <p:cNvSpPr txBox="1"/>
          <p:nvPr>
            <p:ph idx="16" type="subTitle"/>
          </p:nvPr>
        </p:nvSpPr>
        <p:spPr>
          <a:xfrm>
            <a:off x="8586216" y="7606330"/>
            <a:ext cx="42246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33" name="Google Shape;33;p4"/>
          <p:cNvSpPr txBox="1"/>
          <p:nvPr>
            <p:ph idx="17" type="subTitle"/>
          </p:nvPr>
        </p:nvSpPr>
        <p:spPr>
          <a:xfrm>
            <a:off x="13405104" y="7606330"/>
            <a:ext cx="42246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34" name="Google Shape;34;p4"/>
          <p:cNvSpPr txBox="1"/>
          <p:nvPr>
            <p:ph idx="18" type="subTitle"/>
          </p:nvPr>
        </p:nvSpPr>
        <p:spPr>
          <a:xfrm>
            <a:off x="8586216" y="724056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35" name="Google Shape;35;p4"/>
          <p:cNvSpPr txBox="1"/>
          <p:nvPr>
            <p:ph idx="19" type="subTitle"/>
          </p:nvPr>
        </p:nvSpPr>
        <p:spPr>
          <a:xfrm>
            <a:off x="13405104" y="724056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36" name="Google Shape;36;p4"/>
          <p:cNvSpPr txBox="1"/>
          <p:nvPr>
            <p:ph idx="20" type="subTitle"/>
          </p:nvPr>
        </p:nvSpPr>
        <p:spPr>
          <a:xfrm>
            <a:off x="8586216" y="285144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37" name="Google Shape;37;p4"/>
          <p:cNvSpPr txBox="1"/>
          <p:nvPr>
            <p:ph idx="21" type="subTitle"/>
          </p:nvPr>
        </p:nvSpPr>
        <p:spPr>
          <a:xfrm>
            <a:off x="13405104" y="285144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38" name="Google Shape;38;p4"/>
          <p:cNvSpPr txBox="1"/>
          <p:nvPr>
            <p:ph idx="22" type="subTitle"/>
          </p:nvPr>
        </p:nvSpPr>
        <p:spPr>
          <a:xfrm>
            <a:off x="8586216" y="458880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39" name="Google Shape;39;p4"/>
          <p:cNvSpPr txBox="1"/>
          <p:nvPr>
            <p:ph idx="23" type="subTitle"/>
          </p:nvPr>
        </p:nvSpPr>
        <p:spPr>
          <a:xfrm>
            <a:off x="13405104" y="458880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40" name="Google Shape;40;p4"/>
          <p:cNvSpPr txBox="1"/>
          <p:nvPr>
            <p:ph idx="24" type="subTitle"/>
          </p:nvPr>
        </p:nvSpPr>
        <p:spPr>
          <a:xfrm>
            <a:off x="8586216" y="632616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41" name="Google Shape;41;p4"/>
          <p:cNvSpPr txBox="1"/>
          <p:nvPr>
            <p:ph idx="25" type="subTitle"/>
          </p:nvPr>
        </p:nvSpPr>
        <p:spPr>
          <a:xfrm>
            <a:off x="13405104" y="632616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42" name="Google Shape;42;p4"/>
          <p:cNvSpPr txBox="1"/>
          <p:nvPr>
            <p:ph idx="26" type="subTitle"/>
          </p:nvPr>
        </p:nvSpPr>
        <p:spPr>
          <a:xfrm>
            <a:off x="8586216" y="806352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43" name="Google Shape;43;p4"/>
          <p:cNvSpPr txBox="1"/>
          <p:nvPr>
            <p:ph idx="27" type="subTitle"/>
          </p:nvPr>
        </p:nvSpPr>
        <p:spPr>
          <a:xfrm>
            <a:off x="13405104" y="806352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Mission">
  <p:cSld name="SECTION_HEADER_2_1_2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>
            <p:ph type="title"/>
          </p:nvPr>
        </p:nvSpPr>
        <p:spPr>
          <a:xfrm>
            <a:off x="1527048" y="3822192"/>
            <a:ext cx="133776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1527048" y="2999232"/>
            <a:ext cx="133776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Quote">
  <p:cSld name="SECTION_HEADER_2_1_2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1527048" y="2788920"/>
            <a:ext cx="13377600" cy="4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1527048" y="7543800"/>
            <a:ext cx="133776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Section">
  <p:cSld name="SECTION_HEADER_2_3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ctrTitle"/>
          </p:nvPr>
        </p:nvSpPr>
        <p:spPr>
          <a:xfrm>
            <a:off x="1527048" y="4207788"/>
            <a:ext cx="11964900" cy="171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Text">
  <p:cSld name="TITLE_AND_BODY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1527048" y="2532888"/>
            <a:ext cx="14785800" cy="8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1527048" y="4014216"/>
            <a:ext cx="14785800" cy="461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_Text (Two-Thirds)">
  <p:cSld name="TITLE_AND_BODY_1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type="title"/>
          </p:nvPr>
        </p:nvSpPr>
        <p:spPr>
          <a:xfrm>
            <a:off x="1527048" y="2532888"/>
            <a:ext cx="8905800" cy="171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1527048" y="4864603"/>
            <a:ext cx="8905800" cy="461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_Text (Half)">
  <p:cSld name="TITLE_AND_BODY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777240" y="2532888"/>
            <a:ext cx="7745100" cy="171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777240" y="4864608"/>
            <a:ext cx="7745100" cy="461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latin typeface="Optimistic Medium"/>
                <a:ea typeface="Optimistic Medium"/>
                <a:cs typeface="Optimistic Medium"/>
                <a:sym typeface="Optimistic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7_Text (Third)">
  <p:cSld name="TITLE_AND_BODY_2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777240" y="2532888"/>
            <a:ext cx="4928700" cy="2569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777240" y="5742432"/>
            <a:ext cx="4928700" cy="37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2" type="subTitle"/>
          </p:nvPr>
        </p:nvSpPr>
        <p:spPr>
          <a:xfrm>
            <a:off x="429768" y="429768"/>
            <a:ext cx="49287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_Columns (Two)">
  <p:cSld name="TITLE_AND_BODY_2_2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1527048" y="2532888"/>
            <a:ext cx="6336900" cy="2569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1527048" y="5751576"/>
            <a:ext cx="6336900" cy="37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72" name="Google Shape;72;p12"/>
          <p:cNvSpPr txBox="1"/>
          <p:nvPr>
            <p:ph idx="3" type="title"/>
          </p:nvPr>
        </p:nvSpPr>
        <p:spPr>
          <a:xfrm>
            <a:off x="10433304" y="2532888"/>
            <a:ext cx="6336900" cy="2569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4" type="body"/>
          </p:nvPr>
        </p:nvSpPr>
        <p:spPr>
          <a:xfrm>
            <a:off x="10433304" y="5751576"/>
            <a:ext cx="6336900" cy="37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3_Columns (Three)">
  <p:cSld name="TITLE_AND_BODY_2_2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>
            <a:off x="1161288" y="2505456"/>
            <a:ext cx="4224600" cy="18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1161288" y="4956048"/>
            <a:ext cx="4224600" cy="44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78" name="Google Shape;78;p13"/>
          <p:cNvSpPr txBox="1"/>
          <p:nvPr>
            <p:ph idx="3" type="title"/>
          </p:nvPr>
        </p:nvSpPr>
        <p:spPr>
          <a:xfrm>
            <a:off x="7095744" y="2505456"/>
            <a:ext cx="4224600" cy="18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9" name="Google Shape;79;p13"/>
          <p:cNvSpPr txBox="1"/>
          <p:nvPr>
            <p:ph idx="4" type="body"/>
          </p:nvPr>
        </p:nvSpPr>
        <p:spPr>
          <a:xfrm>
            <a:off x="7095744" y="4956048"/>
            <a:ext cx="4224600" cy="44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5" type="title"/>
          </p:nvPr>
        </p:nvSpPr>
        <p:spPr>
          <a:xfrm>
            <a:off x="13039344" y="2505456"/>
            <a:ext cx="4224600" cy="18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1" name="Google Shape;81;p13"/>
          <p:cNvSpPr txBox="1"/>
          <p:nvPr>
            <p:ph idx="6" type="body"/>
          </p:nvPr>
        </p:nvSpPr>
        <p:spPr>
          <a:xfrm>
            <a:off x="13039344" y="4956048"/>
            <a:ext cx="4224600" cy="44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6_Columns (Four)">
  <p:cSld name="TITLE_AND_BODY_2_2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title"/>
          </p:nvPr>
        </p:nvSpPr>
        <p:spPr>
          <a:xfrm>
            <a:off x="1161288" y="2487168"/>
            <a:ext cx="3337500" cy="18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4"/>
          <p:cNvSpPr txBox="1"/>
          <p:nvPr>
            <p:ph idx="1" type="body"/>
          </p:nvPr>
        </p:nvSpPr>
        <p:spPr>
          <a:xfrm>
            <a:off x="1161288" y="4782312"/>
            <a:ext cx="3337500" cy="4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86" name="Google Shape;86;p14"/>
          <p:cNvSpPr txBox="1"/>
          <p:nvPr>
            <p:ph idx="3" type="title"/>
          </p:nvPr>
        </p:nvSpPr>
        <p:spPr>
          <a:xfrm>
            <a:off x="5367528" y="2487168"/>
            <a:ext cx="3337500" cy="18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7" name="Google Shape;87;p14"/>
          <p:cNvSpPr txBox="1"/>
          <p:nvPr>
            <p:ph idx="4" type="body"/>
          </p:nvPr>
        </p:nvSpPr>
        <p:spPr>
          <a:xfrm>
            <a:off x="5367528" y="4782312"/>
            <a:ext cx="3337500" cy="4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5" type="title"/>
          </p:nvPr>
        </p:nvSpPr>
        <p:spPr>
          <a:xfrm>
            <a:off x="9573768" y="2487168"/>
            <a:ext cx="3337500" cy="18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9" name="Google Shape;89;p14"/>
          <p:cNvSpPr txBox="1"/>
          <p:nvPr>
            <p:ph idx="6" type="body"/>
          </p:nvPr>
        </p:nvSpPr>
        <p:spPr>
          <a:xfrm>
            <a:off x="9573768" y="4782312"/>
            <a:ext cx="3337500" cy="4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7" type="title"/>
          </p:nvPr>
        </p:nvSpPr>
        <p:spPr>
          <a:xfrm>
            <a:off x="13780008" y="2487168"/>
            <a:ext cx="3337500" cy="18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1" name="Google Shape;91;p14"/>
          <p:cNvSpPr txBox="1"/>
          <p:nvPr>
            <p:ph idx="8" type="body"/>
          </p:nvPr>
        </p:nvSpPr>
        <p:spPr>
          <a:xfrm>
            <a:off x="13780008" y="4782312"/>
            <a:ext cx="3337500" cy="4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9_Points (Two)">
  <p:cSld name="TITLE_AND_BODY_2_2_1_2_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517904" y="6364224"/>
            <a:ext cx="6336900" cy="125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4" name="Google Shape;94;p15"/>
          <p:cNvSpPr txBox="1"/>
          <p:nvPr>
            <p:ph idx="1" type="body"/>
          </p:nvPr>
        </p:nvSpPr>
        <p:spPr>
          <a:xfrm>
            <a:off x="1517904" y="7845553"/>
            <a:ext cx="6336900" cy="16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96" name="Google Shape;96;p15"/>
          <p:cNvSpPr txBox="1"/>
          <p:nvPr>
            <p:ph idx="3" type="title"/>
          </p:nvPr>
        </p:nvSpPr>
        <p:spPr>
          <a:xfrm>
            <a:off x="10433304" y="6364224"/>
            <a:ext cx="6336900" cy="125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p15"/>
          <p:cNvSpPr txBox="1"/>
          <p:nvPr>
            <p:ph idx="4" type="body"/>
          </p:nvPr>
        </p:nvSpPr>
        <p:spPr>
          <a:xfrm>
            <a:off x="10433304" y="7845552"/>
            <a:ext cx="6336900" cy="16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2_Points (Three)">
  <p:cSld name="TITLE_AND_BODY_2_2_1_2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1161288" y="5897880"/>
            <a:ext cx="4827900" cy="9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1161288" y="7086601"/>
            <a:ext cx="4827900" cy="23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02" name="Google Shape;102;p16"/>
          <p:cNvSpPr txBox="1"/>
          <p:nvPr>
            <p:ph idx="3" type="title"/>
          </p:nvPr>
        </p:nvSpPr>
        <p:spPr>
          <a:xfrm>
            <a:off x="6729038" y="5897880"/>
            <a:ext cx="4827900" cy="9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103" name="Google Shape;103;p16"/>
          <p:cNvSpPr txBox="1"/>
          <p:nvPr>
            <p:ph idx="4" type="body"/>
          </p:nvPr>
        </p:nvSpPr>
        <p:spPr>
          <a:xfrm>
            <a:off x="6729038" y="7086600"/>
            <a:ext cx="4827900" cy="23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5" type="title"/>
          </p:nvPr>
        </p:nvSpPr>
        <p:spPr>
          <a:xfrm>
            <a:off x="12296771" y="5897880"/>
            <a:ext cx="4827900" cy="9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105" name="Google Shape;105;p16"/>
          <p:cNvSpPr txBox="1"/>
          <p:nvPr>
            <p:ph idx="6" type="body"/>
          </p:nvPr>
        </p:nvSpPr>
        <p:spPr>
          <a:xfrm>
            <a:off x="12296771" y="7086601"/>
            <a:ext cx="4827900" cy="23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5_Points (Four)">
  <p:cSld name="TITLE_AND_BODY_2_2_1_2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1161288" y="5897880"/>
            <a:ext cx="3429000" cy="9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1161288" y="7086600"/>
            <a:ext cx="3429000" cy="23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10" name="Google Shape;110;p17"/>
          <p:cNvSpPr txBox="1"/>
          <p:nvPr>
            <p:ph idx="3" type="title"/>
          </p:nvPr>
        </p:nvSpPr>
        <p:spPr>
          <a:xfrm>
            <a:off x="5367528" y="5897880"/>
            <a:ext cx="3429000" cy="9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111" name="Google Shape;111;p17"/>
          <p:cNvSpPr txBox="1"/>
          <p:nvPr>
            <p:ph idx="4" type="body"/>
          </p:nvPr>
        </p:nvSpPr>
        <p:spPr>
          <a:xfrm>
            <a:off x="5367528" y="7086600"/>
            <a:ext cx="3429000" cy="23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5" type="title"/>
          </p:nvPr>
        </p:nvSpPr>
        <p:spPr>
          <a:xfrm>
            <a:off x="9573768" y="5897880"/>
            <a:ext cx="3429000" cy="9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113" name="Google Shape;113;p17"/>
          <p:cNvSpPr txBox="1"/>
          <p:nvPr>
            <p:ph idx="6" type="body"/>
          </p:nvPr>
        </p:nvSpPr>
        <p:spPr>
          <a:xfrm>
            <a:off x="9573768" y="7086600"/>
            <a:ext cx="3429000" cy="23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7" type="title"/>
          </p:nvPr>
        </p:nvSpPr>
        <p:spPr>
          <a:xfrm>
            <a:off x="13780008" y="5897880"/>
            <a:ext cx="3429000" cy="9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115" name="Google Shape;115;p17"/>
          <p:cNvSpPr txBox="1"/>
          <p:nvPr>
            <p:ph idx="8" type="body"/>
          </p:nvPr>
        </p:nvSpPr>
        <p:spPr>
          <a:xfrm>
            <a:off x="13780008" y="7086600"/>
            <a:ext cx="3429000" cy="23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8_Big Stat">
  <p:cSld name="TITLE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idx="1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18" name="Google Shape;118;p18"/>
          <p:cNvSpPr txBox="1"/>
          <p:nvPr>
            <p:ph type="ctrTitle"/>
          </p:nvPr>
        </p:nvSpPr>
        <p:spPr>
          <a:xfrm>
            <a:off x="1527050" y="3383275"/>
            <a:ext cx="15222600" cy="2203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600"/>
              <a:buNone/>
              <a:defRPr sz="1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600"/>
              <a:buNone/>
              <a:defRPr sz="1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600"/>
              <a:buNone/>
              <a:defRPr sz="1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600"/>
              <a:buNone/>
              <a:defRPr sz="1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600"/>
              <a:buNone/>
              <a:defRPr sz="1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600"/>
              <a:buNone/>
              <a:defRPr sz="1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600"/>
              <a:buNone/>
              <a:defRPr sz="1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600"/>
              <a:buNone/>
              <a:defRPr sz="14600"/>
            </a:lvl9pPr>
          </a:lstStyle>
          <a:p/>
        </p:txBody>
      </p:sp>
      <p:sp>
        <p:nvSpPr>
          <p:cNvPr id="119" name="Google Shape;119;p18"/>
          <p:cNvSpPr txBox="1"/>
          <p:nvPr>
            <p:ph idx="2" type="subTitle"/>
          </p:nvPr>
        </p:nvSpPr>
        <p:spPr>
          <a:xfrm>
            <a:off x="1527158" y="5458973"/>
            <a:ext cx="152226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120" name="Google Shape;120;p18"/>
          <p:cNvSpPr txBox="1"/>
          <p:nvPr>
            <p:ph idx="3" type="subTitle"/>
          </p:nvPr>
        </p:nvSpPr>
        <p:spPr>
          <a:xfrm>
            <a:off x="429768" y="9442550"/>
            <a:ext cx="7041000" cy="42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1_Stats (Two)">
  <p:cSld name="TITLE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23" name="Google Shape;123;p19"/>
          <p:cNvSpPr txBox="1"/>
          <p:nvPr>
            <p:ph type="ctrTitle"/>
          </p:nvPr>
        </p:nvSpPr>
        <p:spPr>
          <a:xfrm>
            <a:off x="1403550" y="3383280"/>
            <a:ext cx="6336900" cy="2203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2" type="subTitle"/>
          </p:nvPr>
        </p:nvSpPr>
        <p:spPr>
          <a:xfrm>
            <a:off x="1403550" y="5458975"/>
            <a:ext cx="63369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125" name="Google Shape;125;p19"/>
          <p:cNvSpPr txBox="1"/>
          <p:nvPr>
            <p:ph idx="3" type="subTitle"/>
          </p:nvPr>
        </p:nvSpPr>
        <p:spPr>
          <a:xfrm>
            <a:off x="429765" y="9442550"/>
            <a:ext cx="7041000" cy="42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9pPr>
          </a:lstStyle>
          <a:p/>
        </p:txBody>
      </p:sp>
      <p:sp>
        <p:nvSpPr>
          <p:cNvPr id="126" name="Google Shape;126;p19"/>
          <p:cNvSpPr txBox="1"/>
          <p:nvPr>
            <p:ph idx="4" type="ctrTitle"/>
          </p:nvPr>
        </p:nvSpPr>
        <p:spPr>
          <a:xfrm>
            <a:off x="10547550" y="3383280"/>
            <a:ext cx="6336900" cy="2203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127" name="Google Shape;127;p19"/>
          <p:cNvSpPr txBox="1"/>
          <p:nvPr>
            <p:ph idx="5" type="subTitle"/>
          </p:nvPr>
        </p:nvSpPr>
        <p:spPr>
          <a:xfrm>
            <a:off x="10547550" y="5458975"/>
            <a:ext cx="63369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4_Stats (Three)">
  <p:cSld name="TITLE_1_1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idx="1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30" name="Google Shape;130;p20"/>
          <p:cNvSpPr txBox="1"/>
          <p:nvPr>
            <p:ph type="ctrTitle"/>
          </p:nvPr>
        </p:nvSpPr>
        <p:spPr>
          <a:xfrm>
            <a:off x="1527048" y="3950475"/>
            <a:ext cx="4224600" cy="146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131" name="Google Shape;131;p20"/>
          <p:cNvSpPr txBox="1"/>
          <p:nvPr>
            <p:ph idx="2" type="subTitle"/>
          </p:nvPr>
        </p:nvSpPr>
        <p:spPr>
          <a:xfrm>
            <a:off x="1527148" y="5458975"/>
            <a:ext cx="42246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132" name="Google Shape;132;p20"/>
          <p:cNvSpPr txBox="1"/>
          <p:nvPr>
            <p:ph idx="3" type="subTitle"/>
          </p:nvPr>
        </p:nvSpPr>
        <p:spPr>
          <a:xfrm>
            <a:off x="429765" y="9442550"/>
            <a:ext cx="7041000" cy="42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9pPr>
          </a:lstStyle>
          <a:p/>
        </p:txBody>
      </p:sp>
      <p:sp>
        <p:nvSpPr>
          <p:cNvPr id="133" name="Google Shape;133;p20"/>
          <p:cNvSpPr txBox="1"/>
          <p:nvPr>
            <p:ph idx="4" type="ctrTitle"/>
          </p:nvPr>
        </p:nvSpPr>
        <p:spPr>
          <a:xfrm>
            <a:off x="7031650" y="3950696"/>
            <a:ext cx="4224600" cy="146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134" name="Google Shape;134;p20"/>
          <p:cNvSpPr txBox="1"/>
          <p:nvPr>
            <p:ph idx="5" type="subTitle"/>
          </p:nvPr>
        </p:nvSpPr>
        <p:spPr>
          <a:xfrm>
            <a:off x="7031750" y="5458975"/>
            <a:ext cx="42246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135" name="Google Shape;135;p20"/>
          <p:cNvSpPr txBox="1"/>
          <p:nvPr>
            <p:ph idx="6" type="ctrTitle"/>
          </p:nvPr>
        </p:nvSpPr>
        <p:spPr>
          <a:xfrm>
            <a:off x="12536424" y="3950696"/>
            <a:ext cx="4224600" cy="146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136" name="Google Shape;136;p20"/>
          <p:cNvSpPr txBox="1"/>
          <p:nvPr>
            <p:ph idx="7" type="subTitle"/>
          </p:nvPr>
        </p:nvSpPr>
        <p:spPr>
          <a:xfrm>
            <a:off x="12536524" y="5458975"/>
            <a:ext cx="42246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7_Stat (Half)">
  <p:cSld name="TITLE_1_2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idx="1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39" name="Google Shape;139;p21"/>
          <p:cNvSpPr txBox="1"/>
          <p:nvPr>
            <p:ph type="ctrTitle"/>
          </p:nvPr>
        </p:nvSpPr>
        <p:spPr>
          <a:xfrm>
            <a:off x="1527048" y="3383275"/>
            <a:ext cx="7041000" cy="2203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140" name="Google Shape;140;p21"/>
          <p:cNvSpPr txBox="1"/>
          <p:nvPr>
            <p:ph idx="2" type="subTitle"/>
          </p:nvPr>
        </p:nvSpPr>
        <p:spPr>
          <a:xfrm>
            <a:off x="1527098" y="5458973"/>
            <a:ext cx="70410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141" name="Google Shape;141;p21"/>
          <p:cNvSpPr txBox="1"/>
          <p:nvPr>
            <p:ph idx="3" type="subTitle"/>
          </p:nvPr>
        </p:nvSpPr>
        <p:spPr>
          <a:xfrm>
            <a:off x="429765" y="9442550"/>
            <a:ext cx="7041000" cy="42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0_Stats (Half)">
  <p:cSld name="TITLE_1_2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idx="1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44" name="Google Shape;144;p22"/>
          <p:cNvSpPr txBox="1"/>
          <p:nvPr>
            <p:ph type="ctrTitle"/>
          </p:nvPr>
        </p:nvSpPr>
        <p:spPr>
          <a:xfrm>
            <a:off x="1527048" y="2468875"/>
            <a:ext cx="7041000" cy="147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145" name="Google Shape;145;p22"/>
          <p:cNvSpPr txBox="1"/>
          <p:nvPr>
            <p:ph idx="2" type="subTitle"/>
          </p:nvPr>
        </p:nvSpPr>
        <p:spPr>
          <a:xfrm>
            <a:off x="1527098" y="3970971"/>
            <a:ext cx="70410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146" name="Google Shape;146;p22"/>
          <p:cNvSpPr txBox="1"/>
          <p:nvPr>
            <p:ph idx="3" type="subTitle"/>
          </p:nvPr>
        </p:nvSpPr>
        <p:spPr>
          <a:xfrm>
            <a:off x="429765" y="9442550"/>
            <a:ext cx="7041000" cy="42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9pPr>
          </a:lstStyle>
          <a:p/>
        </p:txBody>
      </p:sp>
      <p:sp>
        <p:nvSpPr>
          <p:cNvPr id="147" name="Google Shape;147;p22"/>
          <p:cNvSpPr txBox="1"/>
          <p:nvPr>
            <p:ph idx="4" type="ctrTitle"/>
          </p:nvPr>
        </p:nvSpPr>
        <p:spPr>
          <a:xfrm>
            <a:off x="1527048" y="5361701"/>
            <a:ext cx="7041000" cy="147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idx="5" type="subTitle"/>
          </p:nvPr>
        </p:nvSpPr>
        <p:spPr>
          <a:xfrm>
            <a:off x="1527098" y="6864100"/>
            <a:ext cx="70410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3_Stat (Third)">
  <p:cSld name="TITLE_1_2_2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idx="1" type="subTitle"/>
          </p:nvPr>
        </p:nvSpPr>
        <p:spPr>
          <a:xfrm>
            <a:off x="429768" y="429768"/>
            <a:ext cx="49287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1" name="Google Shape;151;p23"/>
          <p:cNvSpPr txBox="1"/>
          <p:nvPr>
            <p:ph type="ctrTitle"/>
          </p:nvPr>
        </p:nvSpPr>
        <p:spPr>
          <a:xfrm>
            <a:off x="777240" y="3383280"/>
            <a:ext cx="4928700" cy="2203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2" type="subTitle"/>
          </p:nvPr>
        </p:nvSpPr>
        <p:spPr>
          <a:xfrm>
            <a:off x="777275" y="5458968"/>
            <a:ext cx="49287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153" name="Google Shape;153;p23"/>
          <p:cNvSpPr txBox="1"/>
          <p:nvPr>
            <p:ph idx="3" type="subTitle"/>
          </p:nvPr>
        </p:nvSpPr>
        <p:spPr>
          <a:xfrm>
            <a:off x="429776" y="9442550"/>
            <a:ext cx="5556600" cy="42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6_Stats (Third)">
  <p:cSld name="TITLE_1_2_3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idx="1" type="subTitle"/>
          </p:nvPr>
        </p:nvSpPr>
        <p:spPr>
          <a:xfrm>
            <a:off x="429768" y="429768"/>
            <a:ext cx="49287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6" name="Google Shape;156;p24"/>
          <p:cNvSpPr txBox="1"/>
          <p:nvPr>
            <p:ph type="ctrTitle"/>
          </p:nvPr>
        </p:nvSpPr>
        <p:spPr>
          <a:xfrm>
            <a:off x="777240" y="2468875"/>
            <a:ext cx="4928700" cy="147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157" name="Google Shape;157;p24"/>
          <p:cNvSpPr txBox="1"/>
          <p:nvPr>
            <p:ph idx="2" type="subTitle"/>
          </p:nvPr>
        </p:nvSpPr>
        <p:spPr>
          <a:xfrm>
            <a:off x="777275" y="3970971"/>
            <a:ext cx="49287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158" name="Google Shape;158;p24"/>
          <p:cNvSpPr txBox="1"/>
          <p:nvPr>
            <p:ph idx="3" type="subTitle"/>
          </p:nvPr>
        </p:nvSpPr>
        <p:spPr>
          <a:xfrm>
            <a:off x="429776" y="9442550"/>
            <a:ext cx="5556600" cy="42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9pPr>
          </a:lstStyle>
          <a:p/>
        </p:txBody>
      </p:sp>
      <p:sp>
        <p:nvSpPr>
          <p:cNvPr id="159" name="Google Shape;159;p24"/>
          <p:cNvSpPr txBox="1"/>
          <p:nvPr>
            <p:ph idx="4" type="ctrTitle"/>
          </p:nvPr>
        </p:nvSpPr>
        <p:spPr>
          <a:xfrm>
            <a:off x="777240" y="5361701"/>
            <a:ext cx="4928700" cy="147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160" name="Google Shape;160;p24"/>
          <p:cNvSpPr txBox="1"/>
          <p:nvPr>
            <p:ph idx="5" type="subTitle"/>
          </p:nvPr>
        </p:nvSpPr>
        <p:spPr>
          <a:xfrm>
            <a:off x="777275" y="6864100"/>
            <a:ext cx="49287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9_End Card_White">
  <p:cSld name="SECTION_HEADER_2_1_2_3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41350" y="3591975"/>
            <a:ext cx="7205299" cy="310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9_End Card_Grey">
  <p:cSld name="SECTION_HEADER_2_1_2_3_1_4">
    <p:bg>
      <p:bgPr>
        <a:solidFill>
          <a:schemeClr val="accent3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41350" y="3591975"/>
            <a:ext cx="7205299" cy="310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2_End Card_Black">
  <p:cSld name="SECTION_HEADER_2_1_2_3_1_3"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41263" y="3586925"/>
            <a:ext cx="7205473" cy="3113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2_End Card_Gradient_Dark">
  <p:cSld name="SECTION_HEADER_2_1_2_3_1_3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1263" y="3586925"/>
            <a:ext cx="7205473" cy="3113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2_End Card_Gradient_Dark_Saturated">
  <p:cSld name="SECTION_HEADER_2_1_2_3_1_3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9" title="Meta_Lockup_MonoWhite_RGB.png"/>
          <p:cNvPicPr preferRelativeResize="0"/>
          <p:nvPr/>
        </p:nvPicPr>
        <p:blipFill rotWithShape="1">
          <a:blip r:embed="rId3">
            <a:alphaModFix/>
          </a:blip>
          <a:srcRect b="0" l="159" r="159" t="0"/>
          <a:stretch/>
        </p:blipFill>
        <p:spPr>
          <a:xfrm>
            <a:off x="5541263" y="3586925"/>
            <a:ext cx="7205473" cy="3113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2_End Card_Gradient_Light_Saturated">
  <p:cSld name="SECTION_HEADER_2_1_2_3_1_3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0" title="Meta_Lockup_MonoWhite_RGB.png"/>
          <p:cNvPicPr preferRelativeResize="0"/>
          <p:nvPr/>
        </p:nvPicPr>
        <p:blipFill rotWithShape="1">
          <a:blip r:embed="rId3">
            <a:alphaModFix/>
          </a:blip>
          <a:srcRect b="0" l="159" r="159" t="0"/>
          <a:stretch/>
        </p:blipFill>
        <p:spPr>
          <a:xfrm>
            <a:off x="5541263" y="3586925"/>
            <a:ext cx="7205473" cy="3113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2_End Card_Gradient_Light">
  <p:cSld name="SECTION_HEADER_2_1_2_3_1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1350" y="3591975"/>
            <a:ext cx="7205299" cy="310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Grey">
  <p:cSld name="CUSTOM_2">
    <p:bg>
      <p:bgPr>
        <a:solidFill>
          <a:schemeClr val="accent3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429662" y="8815400"/>
            <a:ext cx="2439250" cy="1050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2"/>
          <p:cNvSpPr txBox="1"/>
          <p:nvPr>
            <p:ph idx="1" type="subTitle"/>
          </p:nvPr>
        </p:nvSpPr>
        <p:spPr>
          <a:xfrm>
            <a:off x="790575" y="9015984"/>
            <a:ext cx="2811900" cy="69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178" name="Google Shape;178;p32"/>
          <p:cNvSpPr txBox="1"/>
          <p:nvPr>
            <p:ph idx="2" type="subTitle"/>
          </p:nvPr>
        </p:nvSpPr>
        <p:spPr>
          <a:xfrm>
            <a:off x="4317213" y="9015984"/>
            <a:ext cx="2811900" cy="69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179" name="Google Shape;179;p32"/>
          <p:cNvSpPr txBox="1"/>
          <p:nvPr>
            <p:ph idx="3" type="subTitle"/>
          </p:nvPr>
        </p:nvSpPr>
        <p:spPr>
          <a:xfrm>
            <a:off x="7843850" y="9015984"/>
            <a:ext cx="2811900" cy="69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180" name="Google Shape;180;p32"/>
          <p:cNvSpPr txBox="1"/>
          <p:nvPr>
            <p:ph type="ctrTitle"/>
          </p:nvPr>
        </p:nvSpPr>
        <p:spPr>
          <a:xfrm>
            <a:off x="790575" y="3849624"/>
            <a:ext cx="11964900" cy="171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1" name="Google Shape;181;p32"/>
          <p:cNvSpPr txBox="1"/>
          <p:nvPr>
            <p:ph idx="4" type="subTitle"/>
          </p:nvPr>
        </p:nvSpPr>
        <p:spPr>
          <a:xfrm>
            <a:off x="790575" y="6153912"/>
            <a:ext cx="119649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_Title 1_Black">
  <p:cSld name="TITLE_2_2"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425928" y="8814816"/>
            <a:ext cx="2441446" cy="104982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3"/>
          <p:cNvSpPr txBox="1"/>
          <p:nvPr>
            <p:ph idx="1" type="subTitle"/>
          </p:nvPr>
        </p:nvSpPr>
        <p:spPr>
          <a:xfrm>
            <a:off x="790575" y="9015984"/>
            <a:ext cx="2811900" cy="69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85" name="Google Shape;185;p33"/>
          <p:cNvSpPr txBox="1"/>
          <p:nvPr>
            <p:ph idx="2" type="subTitle"/>
          </p:nvPr>
        </p:nvSpPr>
        <p:spPr>
          <a:xfrm>
            <a:off x="4317213" y="9015984"/>
            <a:ext cx="2811900" cy="69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86" name="Google Shape;186;p33"/>
          <p:cNvSpPr txBox="1"/>
          <p:nvPr>
            <p:ph idx="3" type="subTitle"/>
          </p:nvPr>
        </p:nvSpPr>
        <p:spPr>
          <a:xfrm>
            <a:off x="7843850" y="9015984"/>
            <a:ext cx="2811900" cy="69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87" name="Google Shape;187;p33"/>
          <p:cNvSpPr txBox="1"/>
          <p:nvPr>
            <p:ph type="ctrTitle"/>
          </p:nvPr>
        </p:nvSpPr>
        <p:spPr>
          <a:xfrm>
            <a:off x="790575" y="3849624"/>
            <a:ext cx="11964900" cy="171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88" name="Google Shape;188;p33"/>
          <p:cNvSpPr txBox="1"/>
          <p:nvPr>
            <p:ph idx="4" type="subTitle"/>
          </p:nvPr>
        </p:nvSpPr>
        <p:spPr>
          <a:xfrm>
            <a:off x="790575" y="6153912"/>
            <a:ext cx="119649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_Title_Gradient_Dark">
  <p:cSld name="TITLE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idx="1" type="subTitle"/>
          </p:nvPr>
        </p:nvSpPr>
        <p:spPr>
          <a:xfrm>
            <a:off x="790575" y="9015984"/>
            <a:ext cx="2811900" cy="69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91" name="Google Shape;191;p34"/>
          <p:cNvSpPr txBox="1"/>
          <p:nvPr>
            <p:ph idx="2" type="subTitle"/>
          </p:nvPr>
        </p:nvSpPr>
        <p:spPr>
          <a:xfrm>
            <a:off x="4317213" y="9015984"/>
            <a:ext cx="2811900" cy="69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92" name="Google Shape;192;p34"/>
          <p:cNvSpPr txBox="1"/>
          <p:nvPr>
            <p:ph idx="3" type="subTitle"/>
          </p:nvPr>
        </p:nvSpPr>
        <p:spPr>
          <a:xfrm>
            <a:off x="7843850" y="9015984"/>
            <a:ext cx="2811900" cy="69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93" name="Google Shape;193;p34"/>
          <p:cNvSpPr txBox="1"/>
          <p:nvPr>
            <p:ph type="ctrTitle"/>
          </p:nvPr>
        </p:nvSpPr>
        <p:spPr>
          <a:xfrm>
            <a:off x="790575" y="3849624"/>
            <a:ext cx="11964900" cy="171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94" name="Google Shape;194;p34"/>
          <p:cNvSpPr txBox="1"/>
          <p:nvPr>
            <p:ph idx="4" type="subTitle"/>
          </p:nvPr>
        </p:nvSpPr>
        <p:spPr>
          <a:xfrm>
            <a:off x="790575" y="6153912"/>
            <a:ext cx="119649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  <p:pic>
        <p:nvPicPr>
          <p:cNvPr id="195" name="Google Shape;195;p34" title="Meta_Lockup_MonoWhite_RGB.png"/>
          <p:cNvPicPr preferRelativeResize="0"/>
          <p:nvPr/>
        </p:nvPicPr>
        <p:blipFill rotWithShape="1">
          <a:blip r:embed="rId3">
            <a:alphaModFix/>
          </a:blip>
          <a:srcRect b="70" l="0" r="0" t="80"/>
          <a:stretch/>
        </p:blipFill>
        <p:spPr>
          <a:xfrm>
            <a:off x="15425928" y="8814816"/>
            <a:ext cx="2441446" cy="1049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_Title_Gradient_Dark_Saturated">
  <p:cSld name="TITLE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5" title="Meta_Lockup_MonoWhite_RGB.png"/>
          <p:cNvPicPr preferRelativeResize="0"/>
          <p:nvPr/>
        </p:nvPicPr>
        <p:blipFill rotWithShape="1">
          <a:blip r:embed="rId3">
            <a:alphaModFix/>
          </a:blip>
          <a:srcRect b="70" l="0" r="0" t="80"/>
          <a:stretch/>
        </p:blipFill>
        <p:spPr>
          <a:xfrm>
            <a:off x="15425928" y="8814816"/>
            <a:ext cx="2441446" cy="104982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5"/>
          <p:cNvSpPr txBox="1"/>
          <p:nvPr>
            <p:ph idx="1" type="subTitle"/>
          </p:nvPr>
        </p:nvSpPr>
        <p:spPr>
          <a:xfrm>
            <a:off x="790575" y="9015984"/>
            <a:ext cx="2811900" cy="69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99" name="Google Shape;199;p35"/>
          <p:cNvSpPr txBox="1"/>
          <p:nvPr>
            <p:ph idx="2" type="subTitle"/>
          </p:nvPr>
        </p:nvSpPr>
        <p:spPr>
          <a:xfrm>
            <a:off x="4317213" y="9015984"/>
            <a:ext cx="2811900" cy="69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00" name="Google Shape;200;p35"/>
          <p:cNvSpPr txBox="1"/>
          <p:nvPr>
            <p:ph idx="3" type="subTitle"/>
          </p:nvPr>
        </p:nvSpPr>
        <p:spPr>
          <a:xfrm>
            <a:off x="7843850" y="9015984"/>
            <a:ext cx="2811900" cy="69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01" name="Google Shape;201;p35"/>
          <p:cNvSpPr txBox="1"/>
          <p:nvPr>
            <p:ph type="ctrTitle"/>
          </p:nvPr>
        </p:nvSpPr>
        <p:spPr>
          <a:xfrm>
            <a:off x="790575" y="3849624"/>
            <a:ext cx="11964900" cy="171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02" name="Google Shape;202;p35"/>
          <p:cNvSpPr txBox="1"/>
          <p:nvPr>
            <p:ph idx="4" type="subTitle"/>
          </p:nvPr>
        </p:nvSpPr>
        <p:spPr>
          <a:xfrm>
            <a:off x="790575" y="6153912"/>
            <a:ext cx="119649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_Title_Gradient_Light_Saturated">
  <p:cSld name="TITLE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6" title="Meta_Lockup_MonoWhite_RGB.png"/>
          <p:cNvPicPr preferRelativeResize="0"/>
          <p:nvPr/>
        </p:nvPicPr>
        <p:blipFill rotWithShape="1">
          <a:blip r:embed="rId3">
            <a:alphaModFix/>
          </a:blip>
          <a:srcRect b="70" l="0" r="0" t="80"/>
          <a:stretch/>
        </p:blipFill>
        <p:spPr>
          <a:xfrm>
            <a:off x="15425928" y="8814816"/>
            <a:ext cx="2441446" cy="104982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6"/>
          <p:cNvSpPr txBox="1"/>
          <p:nvPr>
            <p:ph idx="1" type="subTitle"/>
          </p:nvPr>
        </p:nvSpPr>
        <p:spPr>
          <a:xfrm>
            <a:off x="790575" y="9015984"/>
            <a:ext cx="2811900" cy="69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06" name="Google Shape;206;p36"/>
          <p:cNvSpPr txBox="1"/>
          <p:nvPr>
            <p:ph idx="2" type="subTitle"/>
          </p:nvPr>
        </p:nvSpPr>
        <p:spPr>
          <a:xfrm>
            <a:off x="4317213" y="9015984"/>
            <a:ext cx="2811900" cy="69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07" name="Google Shape;207;p36"/>
          <p:cNvSpPr txBox="1"/>
          <p:nvPr>
            <p:ph idx="3" type="subTitle"/>
          </p:nvPr>
        </p:nvSpPr>
        <p:spPr>
          <a:xfrm>
            <a:off x="7843850" y="9015984"/>
            <a:ext cx="2811900" cy="69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08" name="Google Shape;208;p36"/>
          <p:cNvSpPr txBox="1"/>
          <p:nvPr>
            <p:ph type="ctrTitle"/>
          </p:nvPr>
        </p:nvSpPr>
        <p:spPr>
          <a:xfrm>
            <a:off x="790575" y="3849624"/>
            <a:ext cx="11964900" cy="171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09" name="Google Shape;209;p36"/>
          <p:cNvSpPr txBox="1"/>
          <p:nvPr>
            <p:ph idx="4" type="subTitle"/>
          </p:nvPr>
        </p:nvSpPr>
        <p:spPr>
          <a:xfrm>
            <a:off x="790575" y="6153912"/>
            <a:ext cx="119649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_Title_Gradient_Light">
  <p:cSld name="TITLE_2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>
            <p:ph idx="1" type="subTitle"/>
          </p:nvPr>
        </p:nvSpPr>
        <p:spPr>
          <a:xfrm>
            <a:off x="790575" y="9015984"/>
            <a:ext cx="2811900" cy="69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212" name="Google Shape;212;p37"/>
          <p:cNvSpPr txBox="1"/>
          <p:nvPr>
            <p:ph idx="2" type="subTitle"/>
          </p:nvPr>
        </p:nvSpPr>
        <p:spPr>
          <a:xfrm>
            <a:off x="4317213" y="9015984"/>
            <a:ext cx="2811900" cy="69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213" name="Google Shape;213;p37"/>
          <p:cNvSpPr txBox="1"/>
          <p:nvPr>
            <p:ph idx="3" type="subTitle"/>
          </p:nvPr>
        </p:nvSpPr>
        <p:spPr>
          <a:xfrm>
            <a:off x="7843850" y="9015984"/>
            <a:ext cx="2811900" cy="69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214" name="Google Shape;214;p37"/>
          <p:cNvSpPr txBox="1"/>
          <p:nvPr>
            <p:ph type="ctrTitle"/>
          </p:nvPr>
        </p:nvSpPr>
        <p:spPr>
          <a:xfrm>
            <a:off x="790575" y="3849624"/>
            <a:ext cx="11964900" cy="171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15" name="Google Shape;215;p37"/>
          <p:cNvSpPr txBox="1"/>
          <p:nvPr>
            <p:ph idx="4" type="subTitle"/>
          </p:nvPr>
        </p:nvSpPr>
        <p:spPr>
          <a:xfrm>
            <a:off x="790575" y="6153912"/>
            <a:ext cx="119649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pic>
        <p:nvPicPr>
          <p:cNvPr id="216" name="Google Shape;21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29662" y="8815400"/>
            <a:ext cx="2439250" cy="1050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_Agenda_Black">
  <p:cSld name="SECTION_HEADER_2_2_2">
    <p:bg>
      <p:bgPr>
        <a:solidFill>
          <a:schemeClr val="dk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8"/>
          <p:cNvSpPr txBox="1"/>
          <p:nvPr>
            <p:ph idx="1" type="body"/>
          </p:nvPr>
        </p:nvSpPr>
        <p:spPr>
          <a:xfrm>
            <a:off x="9372600" y="1828050"/>
            <a:ext cx="7163400" cy="6935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4000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1pPr>
            <a:lvl2pPr indent="-400050" lvl="1" marL="9144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alphaLcPeriod"/>
              <a:defRPr sz="2700">
                <a:solidFill>
                  <a:schemeClr val="accent4"/>
                </a:solidFill>
              </a:defRPr>
            </a:lvl2pPr>
            <a:lvl3pPr indent="-400050" lvl="2" marL="13716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romanLcPeriod"/>
              <a:defRPr sz="2700">
                <a:solidFill>
                  <a:schemeClr val="accent4"/>
                </a:solidFill>
              </a:defRPr>
            </a:lvl3pPr>
            <a:lvl4pPr indent="-400050" lvl="3" marL="18288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arabicPeriod"/>
              <a:defRPr sz="2700">
                <a:solidFill>
                  <a:schemeClr val="accent4"/>
                </a:solidFill>
              </a:defRPr>
            </a:lvl4pPr>
            <a:lvl5pPr indent="-400050" lvl="4" marL="22860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alphaLcPeriod"/>
              <a:defRPr sz="2700">
                <a:solidFill>
                  <a:schemeClr val="accent4"/>
                </a:solidFill>
              </a:defRPr>
            </a:lvl5pPr>
            <a:lvl6pPr indent="-400050" lvl="5" marL="27432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romanLcPeriod"/>
              <a:defRPr sz="2700">
                <a:solidFill>
                  <a:schemeClr val="accent4"/>
                </a:solidFill>
              </a:defRPr>
            </a:lvl6pPr>
            <a:lvl7pPr indent="-400050" lvl="6" marL="32004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arabicPeriod"/>
              <a:defRPr sz="2700">
                <a:solidFill>
                  <a:schemeClr val="accent4"/>
                </a:solidFill>
              </a:defRPr>
            </a:lvl7pPr>
            <a:lvl8pPr indent="-400050" lvl="7" marL="36576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alphaLcPeriod"/>
              <a:defRPr sz="2700">
                <a:solidFill>
                  <a:schemeClr val="accent4"/>
                </a:solidFill>
              </a:defRPr>
            </a:lvl8pPr>
            <a:lvl9pPr indent="-400050" lvl="8" marL="4114800" rtl="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Clr>
                <a:schemeClr val="accent4"/>
              </a:buClr>
              <a:buSzPts val="2700"/>
              <a:buAutoNum type="romanLcPeriod"/>
              <a:defRPr sz="27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19" name="Google Shape;219;p38"/>
          <p:cNvSpPr txBox="1"/>
          <p:nvPr>
            <p:ph type="title"/>
          </p:nvPr>
        </p:nvSpPr>
        <p:spPr>
          <a:xfrm>
            <a:off x="1527048" y="4301688"/>
            <a:ext cx="4224600" cy="16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Agenda_Gradient_Dark">
  <p:cSld name="SECTION_HEADER_2_2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"/>
          <p:cNvSpPr txBox="1"/>
          <p:nvPr>
            <p:ph idx="1" type="body"/>
          </p:nvPr>
        </p:nvSpPr>
        <p:spPr>
          <a:xfrm>
            <a:off x="9372600" y="1828050"/>
            <a:ext cx="7163400" cy="6935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4000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1pPr>
            <a:lvl2pPr indent="-400050" lvl="1" marL="9144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alphaLcPeriod"/>
              <a:defRPr sz="2700">
                <a:solidFill>
                  <a:schemeClr val="accent4"/>
                </a:solidFill>
              </a:defRPr>
            </a:lvl2pPr>
            <a:lvl3pPr indent="-400050" lvl="2" marL="13716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romanLcPeriod"/>
              <a:defRPr sz="2700">
                <a:solidFill>
                  <a:schemeClr val="accent4"/>
                </a:solidFill>
              </a:defRPr>
            </a:lvl3pPr>
            <a:lvl4pPr indent="-400050" lvl="3" marL="18288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arabicPeriod"/>
              <a:defRPr sz="2700">
                <a:solidFill>
                  <a:schemeClr val="accent4"/>
                </a:solidFill>
              </a:defRPr>
            </a:lvl4pPr>
            <a:lvl5pPr indent="-400050" lvl="4" marL="22860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alphaLcPeriod"/>
              <a:defRPr sz="2700">
                <a:solidFill>
                  <a:schemeClr val="accent4"/>
                </a:solidFill>
              </a:defRPr>
            </a:lvl5pPr>
            <a:lvl6pPr indent="-400050" lvl="5" marL="27432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romanLcPeriod"/>
              <a:defRPr sz="2700">
                <a:solidFill>
                  <a:schemeClr val="accent4"/>
                </a:solidFill>
              </a:defRPr>
            </a:lvl6pPr>
            <a:lvl7pPr indent="-400050" lvl="6" marL="32004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arabicPeriod"/>
              <a:defRPr sz="2700">
                <a:solidFill>
                  <a:schemeClr val="accent4"/>
                </a:solidFill>
              </a:defRPr>
            </a:lvl7pPr>
            <a:lvl8pPr indent="-400050" lvl="7" marL="36576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alphaLcPeriod"/>
              <a:defRPr sz="2700">
                <a:solidFill>
                  <a:schemeClr val="accent4"/>
                </a:solidFill>
              </a:defRPr>
            </a:lvl8pPr>
            <a:lvl9pPr indent="-400050" lvl="8" marL="4114800" rtl="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Clr>
                <a:schemeClr val="accent4"/>
              </a:buClr>
              <a:buSzPts val="2700"/>
              <a:buAutoNum type="romanLcPeriod"/>
              <a:defRPr sz="27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22" name="Google Shape;222;p39"/>
          <p:cNvSpPr txBox="1"/>
          <p:nvPr>
            <p:ph type="title"/>
          </p:nvPr>
        </p:nvSpPr>
        <p:spPr>
          <a:xfrm>
            <a:off x="1527048" y="4301688"/>
            <a:ext cx="4224600" cy="16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Agenda_Gradient_Dark_Saturated">
  <p:cSld name="SECTION_HEADER_2_2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0"/>
          <p:cNvSpPr txBox="1"/>
          <p:nvPr>
            <p:ph idx="1" type="body"/>
          </p:nvPr>
        </p:nvSpPr>
        <p:spPr>
          <a:xfrm>
            <a:off x="9372600" y="1828050"/>
            <a:ext cx="7163400" cy="6935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4000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1pPr>
            <a:lvl2pPr indent="-400050" lvl="1" marL="9144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alphaLcPeriod"/>
              <a:defRPr sz="2700">
                <a:solidFill>
                  <a:schemeClr val="accent4"/>
                </a:solidFill>
              </a:defRPr>
            </a:lvl2pPr>
            <a:lvl3pPr indent="-400050" lvl="2" marL="13716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romanLcPeriod"/>
              <a:defRPr sz="2700">
                <a:solidFill>
                  <a:schemeClr val="accent4"/>
                </a:solidFill>
              </a:defRPr>
            </a:lvl3pPr>
            <a:lvl4pPr indent="-400050" lvl="3" marL="18288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arabicPeriod"/>
              <a:defRPr sz="2700">
                <a:solidFill>
                  <a:schemeClr val="accent4"/>
                </a:solidFill>
              </a:defRPr>
            </a:lvl4pPr>
            <a:lvl5pPr indent="-400050" lvl="4" marL="22860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alphaLcPeriod"/>
              <a:defRPr sz="2700">
                <a:solidFill>
                  <a:schemeClr val="accent4"/>
                </a:solidFill>
              </a:defRPr>
            </a:lvl5pPr>
            <a:lvl6pPr indent="-400050" lvl="5" marL="27432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romanLcPeriod"/>
              <a:defRPr sz="2700">
                <a:solidFill>
                  <a:schemeClr val="accent4"/>
                </a:solidFill>
              </a:defRPr>
            </a:lvl6pPr>
            <a:lvl7pPr indent="-400050" lvl="6" marL="32004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arabicPeriod"/>
              <a:defRPr sz="2700">
                <a:solidFill>
                  <a:schemeClr val="accent4"/>
                </a:solidFill>
              </a:defRPr>
            </a:lvl7pPr>
            <a:lvl8pPr indent="-400050" lvl="7" marL="36576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alphaLcPeriod"/>
              <a:defRPr sz="2700">
                <a:solidFill>
                  <a:schemeClr val="accent4"/>
                </a:solidFill>
              </a:defRPr>
            </a:lvl8pPr>
            <a:lvl9pPr indent="-400050" lvl="8" marL="411480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Clr>
                <a:schemeClr val="accent4"/>
              </a:buClr>
              <a:buSzPts val="2700"/>
              <a:buAutoNum type="romanLcPeriod"/>
              <a:defRPr sz="27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25" name="Google Shape;225;p40"/>
          <p:cNvSpPr txBox="1"/>
          <p:nvPr>
            <p:ph type="title"/>
          </p:nvPr>
        </p:nvSpPr>
        <p:spPr>
          <a:xfrm>
            <a:off x="1527048" y="4301688"/>
            <a:ext cx="4224600" cy="16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Agenda_Gradient_Light_Saturated">
  <p:cSld name="SECTION_HEADER_2_2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1"/>
          <p:cNvSpPr txBox="1"/>
          <p:nvPr>
            <p:ph idx="1" type="body"/>
          </p:nvPr>
        </p:nvSpPr>
        <p:spPr>
          <a:xfrm>
            <a:off x="9372600" y="1828050"/>
            <a:ext cx="7163400" cy="6935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4000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1pPr>
            <a:lvl2pPr indent="-400050" lvl="1" marL="9144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alphaLcPeriod"/>
              <a:defRPr sz="2700">
                <a:solidFill>
                  <a:schemeClr val="accent4"/>
                </a:solidFill>
              </a:defRPr>
            </a:lvl2pPr>
            <a:lvl3pPr indent="-400050" lvl="2" marL="13716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romanLcPeriod"/>
              <a:defRPr sz="2700">
                <a:solidFill>
                  <a:schemeClr val="accent4"/>
                </a:solidFill>
              </a:defRPr>
            </a:lvl3pPr>
            <a:lvl4pPr indent="-400050" lvl="3" marL="18288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arabicPeriod"/>
              <a:defRPr sz="2700">
                <a:solidFill>
                  <a:schemeClr val="accent4"/>
                </a:solidFill>
              </a:defRPr>
            </a:lvl4pPr>
            <a:lvl5pPr indent="-400050" lvl="4" marL="22860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alphaLcPeriod"/>
              <a:defRPr sz="2700">
                <a:solidFill>
                  <a:schemeClr val="accent4"/>
                </a:solidFill>
              </a:defRPr>
            </a:lvl5pPr>
            <a:lvl6pPr indent="-400050" lvl="5" marL="27432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romanLcPeriod"/>
              <a:defRPr sz="2700">
                <a:solidFill>
                  <a:schemeClr val="accent4"/>
                </a:solidFill>
              </a:defRPr>
            </a:lvl6pPr>
            <a:lvl7pPr indent="-400050" lvl="6" marL="32004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arabicPeriod"/>
              <a:defRPr sz="2700">
                <a:solidFill>
                  <a:schemeClr val="accent4"/>
                </a:solidFill>
              </a:defRPr>
            </a:lvl7pPr>
            <a:lvl8pPr indent="-400050" lvl="7" marL="36576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700"/>
              <a:buAutoNum type="alphaLcPeriod"/>
              <a:defRPr sz="2700">
                <a:solidFill>
                  <a:schemeClr val="accent4"/>
                </a:solidFill>
              </a:defRPr>
            </a:lvl8pPr>
            <a:lvl9pPr indent="-400050" lvl="8" marL="411480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Clr>
                <a:schemeClr val="accent4"/>
              </a:buClr>
              <a:buSzPts val="2700"/>
              <a:buAutoNum type="romanLcPeriod"/>
              <a:defRPr sz="27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28" name="Google Shape;228;p41"/>
          <p:cNvSpPr txBox="1"/>
          <p:nvPr>
            <p:ph type="title"/>
          </p:nvPr>
        </p:nvSpPr>
        <p:spPr>
          <a:xfrm>
            <a:off x="1527048" y="4301688"/>
            <a:ext cx="4224600" cy="16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Agenda_Gradient_Light">
  <p:cSld name="SECTION_HEADER_2_2_2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 txBox="1"/>
          <p:nvPr>
            <p:ph idx="1" type="body"/>
          </p:nvPr>
        </p:nvSpPr>
        <p:spPr>
          <a:xfrm>
            <a:off x="9372600" y="1828050"/>
            <a:ext cx="7163400" cy="6935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4000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indent="-400050" lvl="1" marL="9144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700"/>
              <a:buAutoNum type="alphaLcPeriod"/>
              <a:defRPr sz="2700"/>
            </a:lvl2pPr>
            <a:lvl3pPr indent="-400050" lvl="2" marL="13716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700"/>
              <a:buAutoNum type="romanLcPeriod"/>
              <a:defRPr sz="2700"/>
            </a:lvl3pPr>
            <a:lvl4pPr indent="-400050" lvl="3" marL="18288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700"/>
              <a:buAutoNum type="arabicPeriod"/>
              <a:defRPr sz="2700"/>
            </a:lvl4pPr>
            <a:lvl5pPr indent="-400050" lvl="4" marL="22860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700"/>
              <a:buAutoNum type="alphaLcPeriod"/>
              <a:defRPr sz="2700"/>
            </a:lvl5pPr>
            <a:lvl6pPr indent="-400050" lvl="5" marL="27432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700"/>
              <a:buAutoNum type="romanLcPeriod"/>
              <a:defRPr sz="2700"/>
            </a:lvl6pPr>
            <a:lvl7pPr indent="-400050" lvl="6" marL="32004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700"/>
              <a:buAutoNum type="arabicPeriod"/>
              <a:defRPr sz="2700"/>
            </a:lvl7pPr>
            <a:lvl8pPr indent="-400050" lvl="7" marL="36576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700"/>
              <a:buAutoNum type="alphaLcPeriod"/>
              <a:defRPr sz="2700"/>
            </a:lvl8pPr>
            <a:lvl9pPr indent="-400050" lvl="8" marL="411480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SzPts val="2700"/>
              <a:buAutoNum type="romanLcPeriod"/>
              <a:defRPr sz="2700"/>
            </a:lvl9pPr>
          </a:lstStyle>
          <a:p/>
        </p:txBody>
      </p:sp>
      <p:sp>
        <p:nvSpPr>
          <p:cNvPr id="231" name="Google Shape;231;p42"/>
          <p:cNvSpPr txBox="1"/>
          <p:nvPr>
            <p:ph type="title"/>
          </p:nvPr>
        </p:nvSpPr>
        <p:spPr>
          <a:xfrm>
            <a:off x="1527048" y="4301688"/>
            <a:ext cx="4224600" cy="16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Schedule">
  <p:cSld name="SECTION_HEADER_2_2_1_1">
    <p:bg>
      <p:bgPr>
        <a:solidFill>
          <a:schemeClr val="dk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3"/>
          <p:cNvSpPr txBox="1"/>
          <p:nvPr>
            <p:ph type="title"/>
          </p:nvPr>
        </p:nvSpPr>
        <p:spPr>
          <a:xfrm>
            <a:off x="1527048" y="4301688"/>
            <a:ext cx="4224600" cy="16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34" name="Google Shape;234;p43"/>
          <p:cNvSpPr txBox="1"/>
          <p:nvPr>
            <p:ph idx="1" type="subTitle"/>
          </p:nvPr>
        </p:nvSpPr>
        <p:spPr>
          <a:xfrm>
            <a:off x="8586216" y="2385095"/>
            <a:ext cx="4224600" cy="8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35" name="Google Shape;235;p43"/>
          <p:cNvSpPr txBox="1"/>
          <p:nvPr>
            <p:ph idx="2" type="subTitle"/>
          </p:nvPr>
        </p:nvSpPr>
        <p:spPr>
          <a:xfrm>
            <a:off x="13405104" y="2385095"/>
            <a:ext cx="4224600" cy="8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36" name="Google Shape;236;p43"/>
          <p:cNvSpPr txBox="1"/>
          <p:nvPr>
            <p:ph idx="3" type="subTitle"/>
          </p:nvPr>
        </p:nvSpPr>
        <p:spPr>
          <a:xfrm>
            <a:off x="8586216" y="201933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37" name="Google Shape;237;p43"/>
          <p:cNvSpPr txBox="1"/>
          <p:nvPr>
            <p:ph idx="4" type="subTitle"/>
          </p:nvPr>
        </p:nvSpPr>
        <p:spPr>
          <a:xfrm>
            <a:off x="13405104" y="201933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38" name="Google Shape;238;p43"/>
          <p:cNvSpPr txBox="1"/>
          <p:nvPr>
            <p:ph idx="5" type="subTitle"/>
          </p:nvPr>
        </p:nvSpPr>
        <p:spPr>
          <a:xfrm>
            <a:off x="8586216" y="4122455"/>
            <a:ext cx="4224600" cy="8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39" name="Google Shape;239;p43"/>
          <p:cNvSpPr txBox="1"/>
          <p:nvPr>
            <p:ph idx="6" type="subTitle"/>
          </p:nvPr>
        </p:nvSpPr>
        <p:spPr>
          <a:xfrm>
            <a:off x="13405104" y="4122455"/>
            <a:ext cx="4224600" cy="8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40" name="Google Shape;240;p43"/>
          <p:cNvSpPr txBox="1"/>
          <p:nvPr>
            <p:ph idx="7" type="subTitle"/>
          </p:nvPr>
        </p:nvSpPr>
        <p:spPr>
          <a:xfrm>
            <a:off x="8586216" y="375669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41" name="Google Shape;241;p43"/>
          <p:cNvSpPr txBox="1"/>
          <p:nvPr>
            <p:ph idx="8" type="subTitle"/>
          </p:nvPr>
        </p:nvSpPr>
        <p:spPr>
          <a:xfrm>
            <a:off x="13405104" y="375669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42" name="Google Shape;242;p43"/>
          <p:cNvSpPr txBox="1"/>
          <p:nvPr>
            <p:ph idx="9" type="subTitle"/>
          </p:nvPr>
        </p:nvSpPr>
        <p:spPr>
          <a:xfrm>
            <a:off x="8586216" y="5859815"/>
            <a:ext cx="4224600" cy="8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43" name="Google Shape;243;p43"/>
          <p:cNvSpPr txBox="1"/>
          <p:nvPr>
            <p:ph idx="13" type="subTitle"/>
          </p:nvPr>
        </p:nvSpPr>
        <p:spPr>
          <a:xfrm>
            <a:off x="13405104" y="5859815"/>
            <a:ext cx="4224600" cy="8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44" name="Google Shape;244;p43"/>
          <p:cNvSpPr txBox="1"/>
          <p:nvPr>
            <p:ph idx="14" type="subTitle"/>
          </p:nvPr>
        </p:nvSpPr>
        <p:spPr>
          <a:xfrm>
            <a:off x="8586216" y="549405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45" name="Google Shape;245;p43"/>
          <p:cNvSpPr txBox="1"/>
          <p:nvPr>
            <p:ph idx="15" type="subTitle"/>
          </p:nvPr>
        </p:nvSpPr>
        <p:spPr>
          <a:xfrm>
            <a:off x="13405104" y="549405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46" name="Google Shape;246;p43"/>
          <p:cNvSpPr txBox="1"/>
          <p:nvPr>
            <p:ph idx="16" type="subTitle"/>
          </p:nvPr>
        </p:nvSpPr>
        <p:spPr>
          <a:xfrm>
            <a:off x="8586216" y="7597175"/>
            <a:ext cx="4224600" cy="8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47" name="Google Shape;247;p43"/>
          <p:cNvSpPr txBox="1"/>
          <p:nvPr>
            <p:ph idx="17" type="subTitle"/>
          </p:nvPr>
        </p:nvSpPr>
        <p:spPr>
          <a:xfrm>
            <a:off x="13405104" y="7597175"/>
            <a:ext cx="4224600" cy="8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48" name="Google Shape;248;p43"/>
          <p:cNvSpPr txBox="1"/>
          <p:nvPr>
            <p:ph idx="18" type="subTitle"/>
          </p:nvPr>
        </p:nvSpPr>
        <p:spPr>
          <a:xfrm>
            <a:off x="8586216" y="723141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49" name="Google Shape;249;p43"/>
          <p:cNvSpPr txBox="1"/>
          <p:nvPr>
            <p:ph idx="19" type="subTitle"/>
          </p:nvPr>
        </p:nvSpPr>
        <p:spPr>
          <a:xfrm>
            <a:off x="13405104" y="723141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50" name="Google Shape;250;p43"/>
          <p:cNvSpPr txBox="1"/>
          <p:nvPr>
            <p:ph idx="20" type="subTitle"/>
          </p:nvPr>
        </p:nvSpPr>
        <p:spPr>
          <a:xfrm>
            <a:off x="8586216" y="284229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51" name="Google Shape;251;p43"/>
          <p:cNvSpPr txBox="1"/>
          <p:nvPr>
            <p:ph idx="21" type="subTitle"/>
          </p:nvPr>
        </p:nvSpPr>
        <p:spPr>
          <a:xfrm>
            <a:off x="13405104" y="284229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52" name="Google Shape;252;p43"/>
          <p:cNvSpPr txBox="1"/>
          <p:nvPr>
            <p:ph idx="22" type="subTitle"/>
          </p:nvPr>
        </p:nvSpPr>
        <p:spPr>
          <a:xfrm>
            <a:off x="8586216" y="457965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53" name="Google Shape;253;p43"/>
          <p:cNvSpPr txBox="1"/>
          <p:nvPr>
            <p:ph idx="23" type="subTitle"/>
          </p:nvPr>
        </p:nvSpPr>
        <p:spPr>
          <a:xfrm>
            <a:off x="13405104" y="457965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54" name="Google Shape;254;p43"/>
          <p:cNvSpPr txBox="1"/>
          <p:nvPr>
            <p:ph idx="24" type="subTitle"/>
          </p:nvPr>
        </p:nvSpPr>
        <p:spPr>
          <a:xfrm>
            <a:off x="8586216" y="631701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55" name="Google Shape;255;p43"/>
          <p:cNvSpPr txBox="1"/>
          <p:nvPr>
            <p:ph idx="25" type="subTitle"/>
          </p:nvPr>
        </p:nvSpPr>
        <p:spPr>
          <a:xfrm>
            <a:off x="13405104" y="631701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56" name="Google Shape;256;p43"/>
          <p:cNvSpPr txBox="1"/>
          <p:nvPr>
            <p:ph idx="26" type="subTitle"/>
          </p:nvPr>
        </p:nvSpPr>
        <p:spPr>
          <a:xfrm>
            <a:off x="8586216" y="805437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57" name="Google Shape;257;p43"/>
          <p:cNvSpPr txBox="1"/>
          <p:nvPr>
            <p:ph idx="27" type="subTitle"/>
          </p:nvPr>
        </p:nvSpPr>
        <p:spPr>
          <a:xfrm>
            <a:off x="13405104" y="805437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Mission">
  <p:cSld name="SECTION_HEADER_2_1_2_1_1">
    <p:bg>
      <p:bgPr>
        <a:solidFill>
          <a:schemeClr val="dk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4"/>
          <p:cNvSpPr txBox="1"/>
          <p:nvPr>
            <p:ph type="title"/>
          </p:nvPr>
        </p:nvSpPr>
        <p:spPr>
          <a:xfrm>
            <a:off x="1527048" y="3822192"/>
            <a:ext cx="133776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60" name="Google Shape;260;p44"/>
          <p:cNvSpPr txBox="1"/>
          <p:nvPr>
            <p:ph idx="1" type="subTitle"/>
          </p:nvPr>
        </p:nvSpPr>
        <p:spPr>
          <a:xfrm>
            <a:off x="1527048" y="2999232"/>
            <a:ext cx="133776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Quote">
  <p:cSld name="SECTION_HEADER_2_1_2_2_1">
    <p:bg>
      <p:bgPr>
        <a:solidFill>
          <a:schemeClr val="dk1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5"/>
          <p:cNvSpPr txBox="1"/>
          <p:nvPr>
            <p:ph type="title"/>
          </p:nvPr>
        </p:nvSpPr>
        <p:spPr>
          <a:xfrm>
            <a:off x="1527048" y="2788920"/>
            <a:ext cx="13377600" cy="4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63" name="Google Shape;263;p45"/>
          <p:cNvSpPr txBox="1"/>
          <p:nvPr>
            <p:ph idx="1" type="subTitle"/>
          </p:nvPr>
        </p:nvSpPr>
        <p:spPr>
          <a:xfrm>
            <a:off x="1527048" y="7543800"/>
            <a:ext cx="133776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Section">
  <p:cSld name="SECTION_HEADER_2_3_1">
    <p:bg>
      <p:bgPr>
        <a:solidFill>
          <a:schemeClr val="dk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6"/>
          <p:cNvSpPr txBox="1"/>
          <p:nvPr>
            <p:ph type="ctrTitle"/>
          </p:nvPr>
        </p:nvSpPr>
        <p:spPr>
          <a:xfrm>
            <a:off x="1527048" y="4207788"/>
            <a:ext cx="11964900" cy="171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Section_Gradient_Dark">
  <p:cSld name="SECTION_HEADER_2_3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7"/>
          <p:cNvSpPr txBox="1"/>
          <p:nvPr>
            <p:ph type="ctrTitle"/>
          </p:nvPr>
        </p:nvSpPr>
        <p:spPr>
          <a:xfrm>
            <a:off x="1527048" y="4207788"/>
            <a:ext cx="11964900" cy="171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Section_Gradient_Dark_Saturated">
  <p:cSld name="SECTION_HEADER_2_3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8"/>
          <p:cNvSpPr txBox="1"/>
          <p:nvPr>
            <p:ph type="ctrTitle"/>
          </p:nvPr>
        </p:nvSpPr>
        <p:spPr>
          <a:xfrm>
            <a:off x="1527048" y="4207788"/>
            <a:ext cx="11964900" cy="171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Section_Gradient_Light_Saturated">
  <p:cSld name="SECTION_HEADER_2_3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9"/>
          <p:cNvSpPr txBox="1"/>
          <p:nvPr>
            <p:ph type="ctrTitle"/>
          </p:nvPr>
        </p:nvSpPr>
        <p:spPr>
          <a:xfrm>
            <a:off x="1527048" y="4207788"/>
            <a:ext cx="11964900" cy="171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Section_Gradient_Light">
  <p:cSld name="SECTION_HEADER_2_3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0"/>
          <p:cNvSpPr txBox="1"/>
          <p:nvPr>
            <p:ph type="ctrTitle"/>
          </p:nvPr>
        </p:nvSpPr>
        <p:spPr>
          <a:xfrm>
            <a:off x="1527048" y="4207788"/>
            <a:ext cx="11964900" cy="171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Text">
  <p:cSld name="TITLE_AND_BODY_1_2">
    <p:bg>
      <p:bgPr>
        <a:solidFill>
          <a:schemeClr val="dk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1"/>
          <p:cNvSpPr txBox="1"/>
          <p:nvPr>
            <p:ph type="title"/>
          </p:nvPr>
        </p:nvSpPr>
        <p:spPr>
          <a:xfrm>
            <a:off x="1527048" y="2532888"/>
            <a:ext cx="14785800" cy="8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76" name="Google Shape;276;p51"/>
          <p:cNvSpPr txBox="1"/>
          <p:nvPr>
            <p:ph idx="1" type="body"/>
          </p:nvPr>
        </p:nvSpPr>
        <p:spPr>
          <a:xfrm>
            <a:off x="1527048" y="4014216"/>
            <a:ext cx="14785800" cy="461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>
                <a:solidFill>
                  <a:schemeClr val="accent4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77" name="Google Shape;277;p51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_Text (Two-Thirds)">
  <p:cSld name="TITLE_AND_BODY_1_1_2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2"/>
          <p:cNvSpPr txBox="1"/>
          <p:nvPr>
            <p:ph idx="1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80" name="Google Shape;280;p52"/>
          <p:cNvSpPr txBox="1"/>
          <p:nvPr>
            <p:ph type="title"/>
          </p:nvPr>
        </p:nvSpPr>
        <p:spPr>
          <a:xfrm>
            <a:off x="1527050" y="2532888"/>
            <a:ext cx="8912400" cy="171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81" name="Google Shape;281;p52"/>
          <p:cNvSpPr txBox="1"/>
          <p:nvPr>
            <p:ph idx="2" type="body"/>
          </p:nvPr>
        </p:nvSpPr>
        <p:spPr>
          <a:xfrm>
            <a:off x="1527050" y="4864606"/>
            <a:ext cx="8912400" cy="461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>
                <a:solidFill>
                  <a:schemeClr val="accent4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_Text (Half)">
  <p:cSld name="TITLE_AND_BODY_2_4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3"/>
          <p:cNvSpPr txBox="1"/>
          <p:nvPr>
            <p:ph type="title"/>
          </p:nvPr>
        </p:nvSpPr>
        <p:spPr>
          <a:xfrm>
            <a:off x="777240" y="2532888"/>
            <a:ext cx="7745100" cy="171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84" name="Google Shape;284;p53"/>
          <p:cNvSpPr txBox="1"/>
          <p:nvPr>
            <p:ph idx="1" type="body"/>
          </p:nvPr>
        </p:nvSpPr>
        <p:spPr>
          <a:xfrm>
            <a:off x="777240" y="4864608"/>
            <a:ext cx="7745100" cy="461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>
                <a:solidFill>
                  <a:schemeClr val="accent4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85" name="Google Shape;285;p53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8_Text (Third)">
  <p:cSld name="TITLE_AND_BODY_2_1_2">
    <p:bg>
      <p:bgPr>
        <a:solidFill>
          <a:schemeClr val="dk1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4"/>
          <p:cNvSpPr txBox="1"/>
          <p:nvPr>
            <p:ph type="title"/>
          </p:nvPr>
        </p:nvSpPr>
        <p:spPr>
          <a:xfrm>
            <a:off x="777240" y="2532888"/>
            <a:ext cx="4928700" cy="2569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88" name="Google Shape;288;p54"/>
          <p:cNvSpPr txBox="1"/>
          <p:nvPr>
            <p:ph idx="1" type="body"/>
          </p:nvPr>
        </p:nvSpPr>
        <p:spPr>
          <a:xfrm>
            <a:off x="777240" y="5742432"/>
            <a:ext cx="4928700" cy="37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>
                <a:solidFill>
                  <a:schemeClr val="accent4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89" name="Google Shape;289;p54"/>
          <p:cNvSpPr txBox="1"/>
          <p:nvPr>
            <p:ph idx="2" type="subTitle"/>
          </p:nvPr>
        </p:nvSpPr>
        <p:spPr>
          <a:xfrm>
            <a:off x="429768" y="429768"/>
            <a:ext cx="49287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_Columns (Two)">
  <p:cSld name="TITLE_AND_BODY_2_2_2">
    <p:bg>
      <p:bgPr>
        <a:solidFill>
          <a:schemeClr val="dk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5"/>
          <p:cNvSpPr txBox="1"/>
          <p:nvPr>
            <p:ph type="title"/>
          </p:nvPr>
        </p:nvSpPr>
        <p:spPr>
          <a:xfrm>
            <a:off x="1527048" y="2532888"/>
            <a:ext cx="6336900" cy="2569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92" name="Google Shape;292;p55"/>
          <p:cNvSpPr txBox="1"/>
          <p:nvPr>
            <p:ph idx="1" type="body"/>
          </p:nvPr>
        </p:nvSpPr>
        <p:spPr>
          <a:xfrm>
            <a:off x="1527048" y="5751576"/>
            <a:ext cx="6336900" cy="37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>
                <a:solidFill>
                  <a:schemeClr val="accent4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93" name="Google Shape;293;p55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94" name="Google Shape;294;p55"/>
          <p:cNvSpPr txBox="1"/>
          <p:nvPr>
            <p:ph idx="3" type="title"/>
          </p:nvPr>
        </p:nvSpPr>
        <p:spPr>
          <a:xfrm>
            <a:off x="10433304" y="2532888"/>
            <a:ext cx="6336900" cy="2569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95" name="Google Shape;295;p55"/>
          <p:cNvSpPr txBox="1"/>
          <p:nvPr>
            <p:ph idx="4" type="body"/>
          </p:nvPr>
        </p:nvSpPr>
        <p:spPr>
          <a:xfrm>
            <a:off x="10433304" y="5751576"/>
            <a:ext cx="6336900" cy="37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>
                <a:solidFill>
                  <a:schemeClr val="accent4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4_Columns (Three)">
  <p:cSld name="TITLE_AND_BODY_2_2_1_3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6"/>
          <p:cNvSpPr txBox="1"/>
          <p:nvPr>
            <p:ph type="title"/>
          </p:nvPr>
        </p:nvSpPr>
        <p:spPr>
          <a:xfrm>
            <a:off x="1161288" y="2505456"/>
            <a:ext cx="4224600" cy="18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98" name="Google Shape;298;p56"/>
          <p:cNvSpPr txBox="1"/>
          <p:nvPr>
            <p:ph idx="1" type="body"/>
          </p:nvPr>
        </p:nvSpPr>
        <p:spPr>
          <a:xfrm>
            <a:off x="1161288" y="4956048"/>
            <a:ext cx="4224600" cy="44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>
                <a:solidFill>
                  <a:schemeClr val="accent4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99" name="Google Shape;299;p56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00" name="Google Shape;300;p56"/>
          <p:cNvSpPr txBox="1"/>
          <p:nvPr>
            <p:ph idx="3" type="title"/>
          </p:nvPr>
        </p:nvSpPr>
        <p:spPr>
          <a:xfrm>
            <a:off x="7095744" y="2505456"/>
            <a:ext cx="4224600" cy="18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01" name="Google Shape;301;p56"/>
          <p:cNvSpPr txBox="1"/>
          <p:nvPr>
            <p:ph idx="4" type="body"/>
          </p:nvPr>
        </p:nvSpPr>
        <p:spPr>
          <a:xfrm>
            <a:off x="7095744" y="4956048"/>
            <a:ext cx="4224600" cy="44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>
                <a:solidFill>
                  <a:schemeClr val="accent4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02" name="Google Shape;302;p56"/>
          <p:cNvSpPr txBox="1"/>
          <p:nvPr>
            <p:ph idx="5" type="title"/>
          </p:nvPr>
        </p:nvSpPr>
        <p:spPr>
          <a:xfrm>
            <a:off x="13039344" y="2505456"/>
            <a:ext cx="4224600" cy="18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03" name="Google Shape;303;p56"/>
          <p:cNvSpPr txBox="1"/>
          <p:nvPr>
            <p:ph idx="6" type="body"/>
          </p:nvPr>
        </p:nvSpPr>
        <p:spPr>
          <a:xfrm>
            <a:off x="13039344" y="4956048"/>
            <a:ext cx="4224600" cy="44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>
                <a:solidFill>
                  <a:schemeClr val="accent4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7_Columns (Four)">
  <p:cSld name="TITLE_AND_BODY_2_2_1_1_1">
    <p:bg>
      <p:bgPr>
        <a:solidFill>
          <a:schemeClr val="dk1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7"/>
          <p:cNvSpPr txBox="1"/>
          <p:nvPr>
            <p:ph type="title"/>
          </p:nvPr>
        </p:nvSpPr>
        <p:spPr>
          <a:xfrm>
            <a:off x="1161288" y="2487168"/>
            <a:ext cx="3429000" cy="18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06" name="Google Shape;306;p57"/>
          <p:cNvSpPr txBox="1"/>
          <p:nvPr>
            <p:ph idx="1" type="body"/>
          </p:nvPr>
        </p:nvSpPr>
        <p:spPr>
          <a:xfrm>
            <a:off x="1161288" y="4782312"/>
            <a:ext cx="3429000" cy="4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>
                <a:solidFill>
                  <a:schemeClr val="accent4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07" name="Google Shape;307;p57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08" name="Google Shape;308;p57"/>
          <p:cNvSpPr txBox="1"/>
          <p:nvPr>
            <p:ph idx="3" type="title"/>
          </p:nvPr>
        </p:nvSpPr>
        <p:spPr>
          <a:xfrm>
            <a:off x="5367528" y="2487168"/>
            <a:ext cx="3429000" cy="18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09" name="Google Shape;309;p57"/>
          <p:cNvSpPr txBox="1"/>
          <p:nvPr>
            <p:ph idx="4" type="body"/>
          </p:nvPr>
        </p:nvSpPr>
        <p:spPr>
          <a:xfrm>
            <a:off x="5367528" y="4782312"/>
            <a:ext cx="3429000" cy="4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>
                <a:solidFill>
                  <a:schemeClr val="accent4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10" name="Google Shape;310;p57"/>
          <p:cNvSpPr txBox="1"/>
          <p:nvPr>
            <p:ph idx="5" type="title"/>
          </p:nvPr>
        </p:nvSpPr>
        <p:spPr>
          <a:xfrm>
            <a:off x="9573768" y="2487168"/>
            <a:ext cx="3429000" cy="18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11" name="Google Shape;311;p57"/>
          <p:cNvSpPr txBox="1"/>
          <p:nvPr>
            <p:ph idx="6" type="body"/>
          </p:nvPr>
        </p:nvSpPr>
        <p:spPr>
          <a:xfrm>
            <a:off x="9573768" y="4782312"/>
            <a:ext cx="3429000" cy="4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>
                <a:solidFill>
                  <a:schemeClr val="accent4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12" name="Google Shape;312;p57"/>
          <p:cNvSpPr txBox="1"/>
          <p:nvPr>
            <p:ph idx="7" type="title"/>
          </p:nvPr>
        </p:nvSpPr>
        <p:spPr>
          <a:xfrm>
            <a:off x="13780008" y="2487168"/>
            <a:ext cx="3429000" cy="18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13" name="Google Shape;313;p57"/>
          <p:cNvSpPr txBox="1"/>
          <p:nvPr>
            <p:ph idx="8" type="body"/>
          </p:nvPr>
        </p:nvSpPr>
        <p:spPr>
          <a:xfrm>
            <a:off x="13780008" y="4782312"/>
            <a:ext cx="3429000" cy="4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>
                <a:solidFill>
                  <a:schemeClr val="accent4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0_Points (Two)">
  <p:cSld name="TITLE_AND_BODY_2_2_1_2_2_1">
    <p:bg>
      <p:bgPr>
        <a:solidFill>
          <a:schemeClr val="dk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8"/>
          <p:cNvSpPr txBox="1"/>
          <p:nvPr>
            <p:ph type="title"/>
          </p:nvPr>
        </p:nvSpPr>
        <p:spPr>
          <a:xfrm>
            <a:off x="1517904" y="6364224"/>
            <a:ext cx="6336900" cy="125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16" name="Google Shape;316;p58"/>
          <p:cNvSpPr txBox="1"/>
          <p:nvPr>
            <p:ph idx="1" type="body"/>
          </p:nvPr>
        </p:nvSpPr>
        <p:spPr>
          <a:xfrm>
            <a:off x="1517904" y="7845553"/>
            <a:ext cx="6336900" cy="16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>
                <a:solidFill>
                  <a:schemeClr val="accent4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17" name="Google Shape;317;p58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18" name="Google Shape;318;p58"/>
          <p:cNvSpPr txBox="1"/>
          <p:nvPr>
            <p:ph idx="3" type="title"/>
          </p:nvPr>
        </p:nvSpPr>
        <p:spPr>
          <a:xfrm>
            <a:off x="10433304" y="6364224"/>
            <a:ext cx="6336900" cy="125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19" name="Google Shape;319;p58"/>
          <p:cNvSpPr txBox="1"/>
          <p:nvPr>
            <p:ph idx="4" type="body"/>
          </p:nvPr>
        </p:nvSpPr>
        <p:spPr>
          <a:xfrm>
            <a:off x="10433304" y="7845552"/>
            <a:ext cx="6336900" cy="16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>
                <a:solidFill>
                  <a:schemeClr val="accent4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3_Points (Three)">
  <p:cSld name="TITLE_AND_BODY_2_2_1_2_3">
    <p:bg>
      <p:bgPr>
        <a:solidFill>
          <a:schemeClr val="dk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9"/>
          <p:cNvSpPr txBox="1"/>
          <p:nvPr>
            <p:ph type="title"/>
          </p:nvPr>
        </p:nvSpPr>
        <p:spPr>
          <a:xfrm>
            <a:off x="1161288" y="5897880"/>
            <a:ext cx="4827900" cy="9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22" name="Google Shape;322;p59"/>
          <p:cNvSpPr txBox="1"/>
          <p:nvPr>
            <p:ph idx="1" type="body"/>
          </p:nvPr>
        </p:nvSpPr>
        <p:spPr>
          <a:xfrm>
            <a:off x="1161288" y="7086601"/>
            <a:ext cx="4827900" cy="23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>
                <a:solidFill>
                  <a:schemeClr val="accent4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23" name="Google Shape;323;p59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24" name="Google Shape;324;p59"/>
          <p:cNvSpPr txBox="1"/>
          <p:nvPr>
            <p:ph idx="3" type="title"/>
          </p:nvPr>
        </p:nvSpPr>
        <p:spPr>
          <a:xfrm>
            <a:off x="6729984" y="5897880"/>
            <a:ext cx="4827900" cy="9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25" name="Google Shape;325;p59"/>
          <p:cNvSpPr txBox="1"/>
          <p:nvPr>
            <p:ph idx="4" type="body"/>
          </p:nvPr>
        </p:nvSpPr>
        <p:spPr>
          <a:xfrm>
            <a:off x="6729984" y="7086600"/>
            <a:ext cx="4827900" cy="23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>
                <a:solidFill>
                  <a:schemeClr val="accent4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26" name="Google Shape;326;p59"/>
          <p:cNvSpPr txBox="1"/>
          <p:nvPr>
            <p:ph idx="5" type="title"/>
          </p:nvPr>
        </p:nvSpPr>
        <p:spPr>
          <a:xfrm>
            <a:off x="12298680" y="5897880"/>
            <a:ext cx="4827900" cy="9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27" name="Google Shape;327;p59"/>
          <p:cNvSpPr txBox="1"/>
          <p:nvPr>
            <p:ph idx="6" type="body"/>
          </p:nvPr>
        </p:nvSpPr>
        <p:spPr>
          <a:xfrm>
            <a:off x="12298680" y="7086601"/>
            <a:ext cx="4827900" cy="23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>
                <a:solidFill>
                  <a:schemeClr val="accent4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6_Points (Four)">
  <p:cSld name="TITLE_AND_BODY_2_2_1_2_1_2">
    <p:bg>
      <p:bgPr>
        <a:solidFill>
          <a:schemeClr val="dk1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0"/>
          <p:cNvSpPr txBox="1"/>
          <p:nvPr>
            <p:ph type="title"/>
          </p:nvPr>
        </p:nvSpPr>
        <p:spPr>
          <a:xfrm>
            <a:off x="1161288" y="5897880"/>
            <a:ext cx="3429000" cy="9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30" name="Google Shape;330;p60"/>
          <p:cNvSpPr txBox="1"/>
          <p:nvPr>
            <p:ph idx="1" type="body"/>
          </p:nvPr>
        </p:nvSpPr>
        <p:spPr>
          <a:xfrm>
            <a:off x="1161288" y="7086600"/>
            <a:ext cx="3429000" cy="23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>
                <a:solidFill>
                  <a:schemeClr val="accent4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31" name="Google Shape;331;p60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32" name="Google Shape;332;p60"/>
          <p:cNvSpPr txBox="1"/>
          <p:nvPr>
            <p:ph idx="3" type="title"/>
          </p:nvPr>
        </p:nvSpPr>
        <p:spPr>
          <a:xfrm>
            <a:off x="5367528" y="5897880"/>
            <a:ext cx="3429000" cy="9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33" name="Google Shape;333;p60"/>
          <p:cNvSpPr txBox="1"/>
          <p:nvPr>
            <p:ph idx="4" type="body"/>
          </p:nvPr>
        </p:nvSpPr>
        <p:spPr>
          <a:xfrm>
            <a:off x="5367528" y="7086600"/>
            <a:ext cx="3429000" cy="23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>
                <a:solidFill>
                  <a:schemeClr val="accent4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34" name="Google Shape;334;p60"/>
          <p:cNvSpPr txBox="1"/>
          <p:nvPr>
            <p:ph idx="5" type="title"/>
          </p:nvPr>
        </p:nvSpPr>
        <p:spPr>
          <a:xfrm>
            <a:off x="9573768" y="5897880"/>
            <a:ext cx="3429000" cy="9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35" name="Google Shape;335;p60"/>
          <p:cNvSpPr txBox="1"/>
          <p:nvPr>
            <p:ph idx="6" type="body"/>
          </p:nvPr>
        </p:nvSpPr>
        <p:spPr>
          <a:xfrm>
            <a:off x="9573768" y="7086600"/>
            <a:ext cx="3429000" cy="23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>
                <a:solidFill>
                  <a:schemeClr val="accent4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36" name="Google Shape;336;p60"/>
          <p:cNvSpPr txBox="1"/>
          <p:nvPr>
            <p:ph idx="7" type="title"/>
          </p:nvPr>
        </p:nvSpPr>
        <p:spPr>
          <a:xfrm>
            <a:off x="13780008" y="5897880"/>
            <a:ext cx="3429000" cy="9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37" name="Google Shape;337;p60"/>
          <p:cNvSpPr txBox="1"/>
          <p:nvPr>
            <p:ph idx="8" type="body"/>
          </p:nvPr>
        </p:nvSpPr>
        <p:spPr>
          <a:xfrm>
            <a:off x="13780008" y="7086600"/>
            <a:ext cx="3429000" cy="23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>
                <a:solidFill>
                  <a:schemeClr val="accent4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800"/>
              <a:buChar char="﹘"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9_Big Stat">
  <p:cSld name="TITLE_1_3">
    <p:bg>
      <p:bgPr>
        <a:solidFill>
          <a:schemeClr val="dk1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1"/>
          <p:cNvSpPr txBox="1"/>
          <p:nvPr>
            <p:ph idx="1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0" name="Google Shape;340;p61"/>
          <p:cNvSpPr txBox="1"/>
          <p:nvPr>
            <p:ph type="ctrTitle"/>
          </p:nvPr>
        </p:nvSpPr>
        <p:spPr>
          <a:xfrm>
            <a:off x="1527050" y="3383275"/>
            <a:ext cx="15222600" cy="220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None/>
              <a:defRPr sz="14600"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None/>
              <a:defRPr sz="14600"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None/>
              <a:defRPr sz="14600"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None/>
              <a:defRPr sz="14600"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None/>
              <a:defRPr sz="14600"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None/>
              <a:defRPr sz="14600"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None/>
              <a:defRPr sz="14600"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None/>
              <a:defRPr sz="14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1" name="Google Shape;341;p61"/>
          <p:cNvSpPr txBox="1"/>
          <p:nvPr>
            <p:ph idx="2" type="subTitle"/>
          </p:nvPr>
        </p:nvSpPr>
        <p:spPr>
          <a:xfrm>
            <a:off x="1527158" y="5458973"/>
            <a:ext cx="152226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2" name="Google Shape;342;p61"/>
          <p:cNvSpPr txBox="1"/>
          <p:nvPr>
            <p:ph idx="3" type="subTitle"/>
          </p:nvPr>
        </p:nvSpPr>
        <p:spPr>
          <a:xfrm>
            <a:off x="429765" y="9442550"/>
            <a:ext cx="7041000" cy="42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2_Stats (Two)">
  <p:cSld name="TITLE_1_1_2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2"/>
          <p:cNvSpPr txBox="1"/>
          <p:nvPr>
            <p:ph idx="1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5" name="Google Shape;345;p62"/>
          <p:cNvSpPr txBox="1"/>
          <p:nvPr>
            <p:ph type="ctrTitle"/>
          </p:nvPr>
        </p:nvSpPr>
        <p:spPr>
          <a:xfrm>
            <a:off x="1403550" y="3383275"/>
            <a:ext cx="6336900" cy="220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346" name="Google Shape;346;p62"/>
          <p:cNvSpPr txBox="1"/>
          <p:nvPr>
            <p:ph idx="2" type="subTitle"/>
          </p:nvPr>
        </p:nvSpPr>
        <p:spPr>
          <a:xfrm>
            <a:off x="1403550" y="5458975"/>
            <a:ext cx="63369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7" name="Google Shape;347;p62"/>
          <p:cNvSpPr txBox="1"/>
          <p:nvPr>
            <p:ph idx="3" type="subTitle"/>
          </p:nvPr>
        </p:nvSpPr>
        <p:spPr>
          <a:xfrm>
            <a:off x="429765" y="9442550"/>
            <a:ext cx="7041000" cy="42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8" name="Google Shape;348;p62"/>
          <p:cNvSpPr txBox="1"/>
          <p:nvPr>
            <p:ph idx="4" type="ctrTitle"/>
          </p:nvPr>
        </p:nvSpPr>
        <p:spPr>
          <a:xfrm>
            <a:off x="10547550" y="3383275"/>
            <a:ext cx="6336900" cy="220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349" name="Google Shape;349;p62"/>
          <p:cNvSpPr txBox="1"/>
          <p:nvPr>
            <p:ph idx="5" type="subTitle"/>
          </p:nvPr>
        </p:nvSpPr>
        <p:spPr>
          <a:xfrm>
            <a:off x="10547550" y="5458975"/>
            <a:ext cx="63369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5_Stats (Three)">
  <p:cSld name="TITLE_1_1_1_1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3"/>
          <p:cNvSpPr txBox="1"/>
          <p:nvPr>
            <p:ph idx="1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52" name="Google Shape;352;p63"/>
          <p:cNvSpPr txBox="1"/>
          <p:nvPr>
            <p:ph type="ctrTitle"/>
          </p:nvPr>
        </p:nvSpPr>
        <p:spPr>
          <a:xfrm>
            <a:off x="1527048" y="3950475"/>
            <a:ext cx="4224600" cy="146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353" name="Google Shape;353;p63"/>
          <p:cNvSpPr txBox="1"/>
          <p:nvPr>
            <p:ph idx="2" type="subTitle"/>
          </p:nvPr>
        </p:nvSpPr>
        <p:spPr>
          <a:xfrm>
            <a:off x="1527148" y="5458975"/>
            <a:ext cx="42246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54" name="Google Shape;354;p63"/>
          <p:cNvSpPr txBox="1"/>
          <p:nvPr>
            <p:ph idx="3" type="subTitle"/>
          </p:nvPr>
        </p:nvSpPr>
        <p:spPr>
          <a:xfrm>
            <a:off x="429765" y="9442550"/>
            <a:ext cx="7041000" cy="42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55" name="Google Shape;355;p63"/>
          <p:cNvSpPr txBox="1"/>
          <p:nvPr>
            <p:ph idx="4" type="ctrTitle"/>
          </p:nvPr>
        </p:nvSpPr>
        <p:spPr>
          <a:xfrm>
            <a:off x="7031650" y="3950696"/>
            <a:ext cx="4224600" cy="146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356" name="Google Shape;356;p63"/>
          <p:cNvSpPr txBox="1"/>
          <p:nvPr>
            <p:ph idx="5" type="subTitle"/>
          </p:nvPr>
        </p:nvSpPr>
        <p:spPr>
          <a:xfrm>
            <a:off x="7031750" y="5458975"/>
            <a:ext cx="42246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57" name="Google Shape;357;p63"/>
          <p:cNvSpPr txBox="1"/>
          <p:nvPr>
            <p:ph idx="6" type="ctrTitle"/>
          </p:nvPr>
        </p:nvSpPr>
        <p:spPr>
          <a:xfrm>
            <a:off x="12536424" y="3950696"/>
            <a:ext cx="4224600" cy="146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358" name="Google Shape;358;p63"/>
          <p:cNvSpPr txBox="1"/>
          <p:nvPr>
            <p:ph idx="7" type="subTitle"/>
          </p:nvPr>
        </p:nvSpPr>
        <p:spPr>
          <a:xfrm>
            <a:off x="12536524" y="5458975"/>
            <a:ext cx="42246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8_Stat (Half)">
  <p:cSld name="TITLE_1_2_2_4">
    <p:bg>
      <p:bgPr>
        <a:solidFill>
          <a:schemeClr val="dk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4"/>
          <p:cNvSpPr txBox="1"/>
          <p:nvPr>
            <p:ph idx="1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61" name="Google Shape;361;p64"/>
          <p:cNvSpPr txBox="1"/>
          <p:nvPr>
            <p:ph type="ctrTitle"/>
          </p:nvPr>
        </p:nvSpPr>
        <p:spPr>
          <a:xfrm>
            <a:off x="1527048" y="3383280"/>
            <a:ext cx="7745100" cy="2203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362" name="Google Shape;362;p64"/>
          <p:cNvSpPr txBox="1"/>
          <p:nvPr>
            <p:ph idx="2" type="subTitle"/>
          </p:nvPr>
        </p:nvSpPr>
        <p:spPr>
          <a:xfrm>
            <a:off x="1527103" y="54589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63" name="Google Shape;363;p64"/>
          <p:cNvSpPr txBox="1"/>
          <p:nvPr>
            <p:ph idx="3" type="subTitle"/>
          </p:nvPr>
        </p:nvSpPr>
        <p:spPr>
          <a:xfrm>
            <a:off x="429765" y="9442550"/>
            <a:ext cx="7041000" cy="42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1_Stats (Half)">
  <p:cSld name="TITLE_1_2_6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5"/>
          <p:cNvSpPr txBox="1"/>
          <p:nvPr>
            <p:ph idx="1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66" name="Google Shape;366;p65"/>
          <p:cNvSpPr txBox="1"/>
          <p:nvPr>
            <p:ph type="ctrTitle"/>
          </p:nvPr>
        </p:nvSpPr>
        <p:spPr>
          <a:xfrm>
            <a:off x="1527048" y="2468875"/>
            <a:ext cx="7745100" cy="147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367" name="Google Shape;367;p65"/>
          <p:cNvSpPr txBox="1"/>
          <p:nvPr>
            <p:ph idx="2" type="subTitle"/>
          </p:nvPr>
        </p:nvSpPr>
        <p:spPr>
          <a:xfrm>
            <a:off x="1527103" y="3970971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68" name="Google Shape;368;p65"/>
          <p:cNvSpPr txBox="1"/>
          <p:nvPr>
            <p:ph idx="3" type="subTitle"/>
          </p:nvPr>
        </p:nvSpPr>
        <p:spPr>
          <a:xfrm>
            <a:off x="429765" y="9442550"/>
            <a:ext cx="7041000" cy="42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69" name="Google Shape;369;p65"/>
          <p:cNvSpPr txBox="1"/>
          <p:nvPr>
            <p:ph idx="4" type="ctrTitle"/>
          </p:nvPr>
        </p:nvSpPr>
        <p:spPr>
          <a:xfrm>
            <a:off x="1527048" y="5361701"/>
            <a:ext cx="7745100" cy="147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370" name="Google Shape;370;p65"/>
          <p:cNvSpPr txBox="1"/>
          <p:nvPr>
            <p:ph idx="5" type="subTitle"/>
          </p:nvPr>
        </p:nvSpPr>
        <p:spPr>
          <a:xfrm>
            <a:off x="1527103" y="6864100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4_Stat (Third)">
  <p:cSld name="TITLE_1_2_2_1_2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6"/>
          <p:cNvSpPr txBox="1"/>
          <p:nvPr>
            <p:ph idx="1" type="subTitle"/>
          </p:nvPr>
        </p:nvSpPr>
        <p:spPr>
          <a:xfrm>
            <a:off x="429768" y="429768"/>
            <a:ext cx="49287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73" name="Google Shape;373;p66"/>
          <p:cNvSpPr txBox="1"/>
          <p:nvPr>
            <p:ph type="ctrTitle"/>
          </p:nvPr>
        </p:nvSpPr>
        <p:spPr>
          <a:xfrm>
            <a:off x="777240" y="3383280"/>
            <a:ext cx="4928700" cy="2203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600"/>
              <a:buFont typeface="Optimistic"/>
              <a:buNone/>
              <a:defRPr b="1" sz="14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374" name="Google Shape;374;p66"/>
          <p:cNvSpPr txBox="1"/>
          <p:nvPr>
            <p:ph idx="2" type="subTitle"/>
          </p:nvPr>
        </p:nvSpPr>
        <p:spPr>
          <a:xfrm>
            <a:off x="777275" y="5458968"/>
            <a:ext cx="49287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75" name="Google Shape;375;p66"/>
          <p:cNvSpPr txBox="1"/>
          <p:nvPr>
            <p:ph idx="3" type="subTitle"/>
          </p:nvPr>
        </p:nvSpPr>
        <p:spPr>
          <a:xfrm>
            <a:off x="429776" y="9442550"/>
            <a:ext cx="5556600" cy="42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7_Stats (Third)">
  <p:cSld name="TITLE_1_2_3_2">
    <p:bg>
      <p:bgPr>
        <a:solidFill>
          <a:schemeClr val="dk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7"/>
          <p:cNvSpPr txBox="1"/>
          <p:nvPr>
            <p:ph idx="1" type="subTitle"/>
          </p:nvPr>
        </p:nvSpPr>
        <p:spPr>
          <a:xfrm>
            <a:off x="429768" y="429768"/>
            <a:ext cx="49287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78" name="Google Shape;378;p67"/>
          <p:cNvSpPr txBox="1"/>
          <p:nvPr>
            <p:ph type="ctrTitle"/>
          </p:nvPr>
        </p:nvSpPr>
        <p:spPr>
          <a:xfrm>
            <a:off x="777240" y="2468875"/>
            <a:ext cx="4928700" cy="147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379" name="Google Shape;379;p67"/>
          <p:cNvSpPr txBox="1"/>
          <p:nvPr>
            <p:ph idx="2" type="subTitle"/>
          </p:nvPr>
        </p:nvSpPr>
        <p:spPr>
          <a:xfrm>
            <a:off x="777275" y="3970971"/>
            <a:ext cx="49287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80" name="Google Shape;380;p67"/>
          <p:cNvSpPr txBox="1"/>
          <p:nvPr>
            <p:ph idx="3" type="subTitle"/>
          </p:nvPr>
        </p:nvSpPr>
        <p:spPr>
          <a:xfrm>
            <a:off x="429776" y="9442550"/>
            <a:ext cx="5556600" cy="42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81" name="Google Shape;381;p67"/>
          <p:cNvSpPr txBox="1"/>
          <p:nvPr>
            <p:ph idx="4" type="ctrTitle"/>
          </p:nvPr>
        </p:nvSpPr>
        <p:spPr>
          <a:xfrm>
            <a:off x="777240" y="5361701"/>
            <a:ext cx="4928700" cy="147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Optimistic"/>
              <a:buNone/>
              <a:defRPr b="1" sz="9600">
                <a:solidFill>
                  <a:schemeClr val="accent4"/>
                </a:solidFill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382" name="Google Shape;382;p67"/>
          <p:cNvSpPr txBox="1"/>
          <p:nvPr>
            <p:ph idx="5" type="subTitle"/>
          </p:nvPr>
        </p:nvSpPr>
        <p:spPr>
          <a:xfrm>
            <a:off x="777275" y="6864100"/>
            <a:ext cx="49287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_Agenda">
  <p:cSld name="SECTION_HEADER_2_2_3">
    <p:bg>
      <p:bgPr>
        <a:solidFill>
          <a:schemeClr val="accent3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/>
          <p:nvPr>
            <p:ph idx="1" type="body"/>
          </p:nvPr>
        </p:nvSpPr>
        <p:spPr>
          <a:xfrm>
            <a:off x="9372600" y="1828050"/>
            <a:ext cx="7163400" cy="6935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4000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indent="-400050" lvl="1" marL="9144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700"/>
              <a:buAutoNum type="alphaLcPeriod"/>
              <a:defRPr sz="2700"/>
            </a:lvl2pPr>
            <a:lvl3pPr indent="-400050" lvl="2" marL="13716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700"/>
              <a:buAutoNum type="romanLcPeriod"/>
              <a:defRPr sz="2700"/>
            </a:lvl3pPr>
            <a:lvl4pPr indent="-400050" lvl="3" marL="18288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700"/>
              <a:buAutoNum type="arabicPeriod"/>
              <a:defRPr sz="2700"/>
            </a:lvl4pPr>
            <a:lvl5pPr indent="-400050" lvl="4" marL="22860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700"/>
              <a:buAutoNum type="alphaLcPeriod"/>
              <a:defRPr sz="2700"/>
            </a:lvl5pPr>
            <a:lvl6pPr indent="-400050" lvl="5" marL="27432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700"/>
              <a:buAutoNum type="romanLcPeriod"/>
              <a:defRPr sz="2700"/>
            </a:lvl6pPr>
            <a:lvl7pPr indent="-400050" lvl="6" marL="32004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700"/>
              <a:buAutoNum type="arabicPeriod"/>
              <a:defRPr sz="2700"/>
            </a:lvl7pPr>
            <a:lvl8pPr indent="-400050" lvl="7" marL="365760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700"/>
              <a:buAutoNum type="alphaLcPeriod"/>
              <a:defRPr sz="2700"/>
            </a:lvl8pPr>
            <a:lvl9pPr indent="-400050" lvl="8" marL="4114800" rtl="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SzPts val="2700"/>
              <a:buAutoNum type="romanLcPeriod"/>
              <a:defRPr sz="2700"/>
            </a:lvl9pPr>
          </a:lstStyle>
          <a:p/>
        </p:txBody>
      </p:sp>
      <p:sp>
        <p:nvSpPr>
          <p:cNvPr id="385" name="Google Shape;385;p68"/>
          <p:cNvSpPr txBox="1"/>
          <p:nvPr>
            <p:ph type="title"/>
          </p:nvPr>
        </p:nvSpPr>
        <p:spPr>
          <a:xfrm>
            <a:off x="1527048" y="4301688"/>
            <a:ext cx="4224600" cy="16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Schedule">
  <p:cSld name="SECTION_HEADER_2_2_1_2">
    <p:bg>
      <p:bgPr>
        <a:solidFill>
          <a:schemeClr val="accent3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9"/>
          <p:cNvSpPr txBox="1"/>
          <p:nvPr>
            <p:ph type="title"/>
          </p:nvPr>
        </p:nvSpPr>
        <p:spPr>
          <a:xfrm>
            <a:off x="1527048" y="4301688"/>
            <a:ext cx="4224600" cy="16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388" name="Google Shape;388;p69"/>
          <p:cNvSpPr txBox="1"/>
          <p:nvPr>
            <p:ph idx="1" type="subTitle"/>
          </p:nvPr>
        </p:nvSpPr>
        <p:spPr>
          <a:xfrm>
            <a:off x="8586216" y="2385095"/>
            <a:ext cx="4224600" cy="8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389" name="Google Shape;389;p69"/>
          <p:cNvSpPr txBox="1"/>
          <p:nvPr>
            <p:ph idx="2" type="subTitle"/>
          </p:nvPr>
        </p:nvSpPr>
        <p:spPr>
          <a:xfrm>
            <a:off x="13405104" y="2385095"/>
            <a:ext cx="4224600" cy="8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390" name="Google Shape;390;p69"/>
          <p:cNvSpPr txBox="1"/>
          <p:nvPr>
            <p:ph idx="3" type="subTitle"/>
          </p:nvPr>
        </p:nvSpPr>
        <p:spPr>
          <a:xfrm>
            <a:off x="8586216" y="201933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391" name="Google Shape;391;p69"/>
          <p:cNvSpPr txBox="1"/>
          <p:nvPr>
            <p:ph idx="4" type="subTitle"/>
          </p:nvPr>
        </p:nvSpPr>
        <p:spPr>
          <a:xfrm>
            <a:off x="13405104" y="201933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392" name="Google Shape;392;p69"/>
          <p:cNvSpPr txBox="1"/>
          <p:nvPr>
            <p:ph idx="5" type="subTitle"/>
          </p:nvPr>
        </p:nvSpPr>
        <p:spPr>
          <a:xfrm>
            <a:off x="8586216" y="4122455"/>
            <a:ext cx="4224600" cy="8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393" name="Google Shape;393;p69"/>
          <p:cNvSpPr txBox="1"/>
          <p:nvPr>
            <p:ph idx="6" type="subTitle"/>
          </p:nvPr>
        </p:nvSpPr>
        <p:spPr>
          <a:xfrm>
            <a:off x="13405104" y="4122455"/>
            <a:ext cx="4224600" cy="8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394" name="Google Shape;394;p69"/>
          <p:cNvSpPr txBox="1"/>
          <p:nvPr>
            <p:ph idx="7" type="subTitle"/>
          </p:nvPr>
        </p:nvSpPr>
        <p:spPr>
          <a:xfrm>
            <a:off x="8586216" y="375669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395" name="Google Shape;395;p69"/>
          <p:cNvSpPr txBox="1"/>
          <p:nvPr>
            <p:ph idx="8" type="subTitle"/>
          </p:nvPr>
        </p:nvSpPr>
        <p:spPr>
          <a:xfrm>
            <a:off x="13405104" y="375669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396" name="Google Shape;396;p69"/>
          <p:cNvSpPr txBox="1"/>
          <p:nvPr>
            <p:ph idx="9" type="subTitle"/>
          </p:nvPr>
        </p:nvSpPr>
        <p:spPr>
          <a:xfrm>
            <a:off x="8586216" y="5859815"/>
            <a:ext cx="4224600" cy="8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397" name="Google Shape;397;p69"/>
          <p:cNvSpPr txBox="1"/>
          <p:nvPr>
            <p:ph idx="13" type="subTitle"/>
          </p:nvPr>
        </p:nvSpPr>
        <p:spPr>
          <a:xfrm>
            <a:off x="13405104" y="5859815"/>
            <a:ext cx="4224600" cy="8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398" name="Google Shape;398;p69"/>
          <p:cNvSpPr txBox="1"/>
          <p:nvPr>
            <p:ph idx="14" type="subTitle"/>
          </p:nvPr>
        </p:nvSpPr>
        <p:spPr>
          <a:xfrm>
            <a:off x="8586216" y="549405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399" name="Google Shape;399;p69"/>
          <p:cNvSpPr txBox="1"/>
          <p:nvPr>
            <p:ph idx="15" type="subTitle"/>
          </p:nvPr>
        </p:nvSpPr>
        <p:spPr>
          <a:xfrm>
            <a:off x="13405104" y="549405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400" name="Google Shape;400;p69"/>
          <p:cNvSpPr txBox="1"/>
          <p:nvPr>
            <p:ph idx="16" type="subTitle"/>
          </p:nvPr>
        </p:nvSpPr>
        <p:spPr>
          <a:xfrm>
            <a:off x="8586216" y="7597175"/>
            <a:ext cx="4224600" cy="8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401" name="Google Shape;401;p69"/>
          <p:cNvSpPr txBox="1"/>
          <p:nvPr>
            <p:ph idx="17" type="subTitle"/>
          </p:nvPr>
        </p:nvSpPr>
        <p:spPr>
          <a:xfrm>
            <a:off x="13405104" y="7597175"/>
            <a:ext cx="4224600" cy="8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402" name="Google Shape;402;p69"/>
          <p:cNvSpPr txBox="1"/>
          <p:nvPr>
            <p:ph idx="18" type="subTitle"/>
          </p:nvPr>
        </p:nvSpPr>
        <p:spPr>
          <a:xfrm>
            <a:off x="8586216" y="723141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403" name="Google Shape;403;p69"/>
          <p:cNvSpPr txBox="1"/>
          <p:nvPr>
            <p:ph idx="19" type="subTitle"/>
          </p:nvPr>
        </p:nvSpPr>
        <p:spPr>
          <a:xfrm>
            <a:off x="13405104" y="723141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404" name="Google Shape;404;p69"/>
          <p:cNvSpPr txBox="1"/>
          <p:nvPr>
            <p:ph idx="20" type="subTitle"/>
          </p:nvPr>
        </p:nvSpPr>
        <p:spPr>
          <a:xfrm>
            <a:off x="8586216" y="284229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405" name="Google Shape;405;p69"/>
          <p:cNvSpPr txBox="1"/>
          <p:nvPr>
            <p:ph idx="21" type="subTitle"/>
          </p:nvPr>
        </p:nvSpPr>
        <p:spPr>
          <a:xfrm>
            <a:off x="13405104" y="284229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406" name="Google Shape;406;p69"/>
          <p:cNvSpPr txBox="1"/>
          <p:nvPr>
            <p:ph idx="22" type="subTitle"/>
          </p:nvPr>
        </p:nvSpPr>
        <p:spPr>
          <a:xfrm>
            <a:off x="8586216" y="457965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407" name="Google Shape;407;p69"/>
          <p:cNvSpPr txBox="1"/>
          <p:nvPr>
            <p:ph idx="23" type="subTitle"/>
          </p:nvPr>
        </p:nvSpPr>
        <p:spPr>
          <a:xfrm>
            <a:off x="13405104" y="457965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408" name="Google Shape;408;p69"/>
          <p:cNvSpPr txBox="1"/>
          <p:nvPr>
            <p:ph idx="24" type="subTitle"/>
          </p:nvPr>
        </p:nvSpPr>
        <p:spPr>
          <a:xfrm>
            <a:off x="8586216" y="631701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409" name="Google Shape;409;p69"/>
          <p:cNvSpPr txBox="1"/>
          <p:nvPr>
            <p:ph idx="25" type="subTitle"/>
          </p:nvPr>
        </p:nvSpPr>
        <p:spPr>
          <a:xfrm>
            <a:off x="13405104" y="631701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410" name="Google Shape;410;p69"/>
          <p:cNvSpPr txBox="1"/>
          <p:nvPr>
            <p:ph idx="26" type="subTitle"/>
          </p:nvPr>
        </p:nvSpPr>
        <p:spPr>
          <a:xfrm>
            <a:off x="8586216" y="805437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  <p:sp>
        <p:nvSpPr>
          <p:cNvPr id="411" name="Google Shape;411;p69"/>
          <p:cNvSpPr txBox="1"/>
          <p:nvPr>
            <p:ph idx="27" type="subTitle"/>
          </p:nvPr>
        </p:nvSpPr>
        <p:spPr>
          <a:xfrm>
            <a:off x="13405104" y="8054375"/>
            <a:ext cx="42246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Mission">
  <p:cSld name="SECTION_HEADER_2_1_2_1_2">
    <p:bg>
      <p:bgPr>
        <a:solidFill>
          <a:schemeClr val="accent3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70"/>
          <p:cNvSpPr txBox="1"/>
          <p:nvPr>
            <p:ph type="title"/>
          </p:nvPr>
        </p:nvSpPr>
        <p:spPr>
          <a:xfrm>
            <a:off x="1527048" y="3822192"/>
            <a:ext cx="133776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4" name="Google Shape;414;p70"/>
          <p:cNvSpPr txBox="1"/>
          <p:nvPr>
            <p:ph idx="1" type="subTitle"/>
          </p:nvPr>
        </p:nvSpPr>
        <p:spPr>
          <a:xfrm>
            <a:off x="1527048" y="2999232"/>
            <a:ext cx="133776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Quote">
  <p:cSld name="SECTION_HEADER_2_1_2_2_2">
    <p:bg>
      <p:bgPr>
        <a:solidFill>
          <a:schemeClr val="accent3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71"/>
          <p:cNvSpPr txBox="1"/>
          <p:nvPr>
            <p:ph type="title"/>
          </p:nvPr>
        </p:nvSpPr>
        <p:spPr>
          <a:xfrm>
            <a:off x="1527048" y="2788920"/>
            <a:ext cx="13377600" cy="4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7" name="Google Shape;417;p71"/>
          <p:cNvSpPr txBox="1"/>
          <p:nvPr>
            <p:ph idx="1" type="subTitle"/>
          </p:nvPr>
        </p:nvSpPr>
        <p:spPr>
          <a:xfrm>
            <a:off x="1527048" y="7543800"/>
            <a:ext cx="133776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Section">
  <p:cSld name="SECTION_HEADER_2_3_2">
    <p:bg>
      <p:bgPr>
        <a:solidFill>
          <a:schemeClr val="accent3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72"/>
          <p:cNvSpPr txBox="1"/>
          <p:nvPr>
            <p:ph type="ctrTitle"/>
          </p:nvPr>
        </p:nvSpPr>
        <p:spPr>
          <a:xfrm>
            <a:off x="1527048" y="4207788"/>
            <a:ext cx="11964900" cy="171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_Text">
  <p:cSld name="TITLE_AND_BODY_1_3">
    <p:bg>
      <p:bgPr>
        <a:solidFill>
          <a:schemeClr val="accent3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73"/>
          <p:cNvSpPr txBox="1"/>
          <p:nvPr>
            <p:ph type="title"/>
          </p:nvPr>
        </p:nvSpPr>
        <p:spPr>
          <a:xfrm>
            <a:off x="1527048" y="2532888"/>
            <a:ext cx="14785800" cy="8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22" name="Google Shape;422;p73"/>
          <p:cNvSpPr txBox="1"/>
          <p:nvPr>
            <p:ph idx="1" type="body"/>
          </p:nvPr>
        </p:nvSpPr>
        <p:spPr>
          <a:xfrm>
            <a:off x="1527048" y="4014216"/>
            <a:ext cx="14785800" cy="461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423" name="Google Shape;423;p73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Text (Two-Thirds)">
  <p:cSld name="TITLE_AND_BODY_1_1_3">
    <p:bg>
      <p:bgPr>
        <a:solidFill>
          <a:schemeClr val="accent3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74"/>
          <p:cNvSpPr txBox="1"/>
          <p:nvPr>
            <p:ph idx="1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426" name="Google Shape;426;p74"/>
          <p:cNvSpPr txBox="1"/>
          <p:nvPr>
            <p:ph type="title"/>
          </p:nvPr>
        </p:nvSpPr>
        <p:spPr>
          <a:xfrm>
            <a:off x="1527050" y="2532888"/>
            <a:ext cx="8912400" cy="171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27" name="Google Shape;427;p74"/>
          <p:cNvSpPr txBox="1"/>
          <p:nvPr>
            <p:ph idx="2" type="body"/>
          </p:nvPr>
        </p:nvSpPr>
        <p:spPr>
          <a:xfrm>
            <a:off x="1527050" y="4864606"/>
            <a:ext cx="8912400" cy="461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_Text (Half)">
  <p:cSld name="TITLE_AND_BODY_2_5">
    <p:bg>
      <p:bgPr>
        <a:solidFill>
          <a:schemeClr val="accent3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5"/>
          <p:cNvSpPr txBox="1"/>
          <p:nvPr>
            <p:ph type="title"/>
          </p:nvPr>
        </p:nvSpPr>
        <p:spPr>
          <a:xfrm>
            <a:off x="777240" y="2532888"/>
            <a:ext cx="7745100" cy="171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30" name="Google Shape;430;p75"/>
          <p:cNvSpPr txBox="1"/>
          <p:nvPr>
            <p:ph idx="1" type="body"/>
          </p:nvPr>
        </p:nvSpPr>
        <p:spPr>
          <a:xfrm>
            <a:off x="777240" y="4864608"/>
            <a:ext cx="7745100" cy="461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431" name="Google Shape;431;p75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9_Text (Third)">
  <p:cSld name="TITLE_AND_BODY_2_1_3">
    <p:bg>
      <p:bgPr>
        <a:solidFill>
          <a:schemeClr val="accent3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6"/>
          <p:cNvSpPr txBox="1"/>
          <p:nvPr>
            <p:ph type="title"/>
          </p:nvPr>
        </p:nvSpPr>
        <p:spPr>
          <a:xfrm>
            <a:off x="777240" y="2532888"/>
            <a:ext cx="4928700" cy="2569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34" name="Google Shape;434;p76"/>
          <p:cNvSpPr txBox="1"/>
          <p:nvPr>
            <p:ph idx="1" type="body"/>
          </p:nvPr>
        </p:nvSpPr>
        <p:spPr>
          <a:xfrm>
            <a:off x="777240" y="5742432"/>
            <a:ext cx="4928700" cy="37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435" name="Google Shape;435;p76"/>
          <p:cNvSpPr txBox="1"/>
          <p:nvPr>
            <p:ph idx="2" type="subTitle"/>
          </p:nvPr>
        </p:nvSpPr>
        <p:spPr>
          <a:xfrm>
            <a:off x="429768" y="429768"/>
            <a:ext cx="49287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2_Columns (Two)">
  <p:cSld name="TITLE_AND_BODY_2_2_3">
    <p:bg>
      <p:bgPr>
        <a:solidFill>
          <a:schemeClr val="accent3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7"/>
          <p:cNvSpPr txBox="1"/>
          <p:nvPr>
            <p:ph type="title"/>
          </p:nvPr>
        </p:nvSpPr>
        <p:spPr>
          <a:xfrm>
            <a:off x="1527048" y="2532888"/>
            <a:ext cx="6336900" cy="2569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38" name="Google Shape;438;p77"/>
          <p:cNvSpPr txBox="1"/>
          <p:nvPr>
            <p:ph idx="1" type="body"/>
          </p:nvPr>
        </p:nvSpPr>
        <p:spPr>
          <a:xfrm>
            <a:off x="1527048" y="5751576"/>
            <a:ext cx="6336900" cy="37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439" name="Google Shape;439;p77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440" name="Google Shape;440;p77"/>
          <p:cNvSpPr txBox="1"/>
          <p:nvPr>
            <p:ph idx="3" type="title"/>
          </p:nvPr>
        </p:nvSpPr>
        <p:spPr>
          <a:xfrm>
            <a:off x="10433304" y="2532888"/>
            <a:ext cx="6336900" cy="2569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41" name="Google Shape;441;p77"/>
          <p:cNvSpPr txBox="1"/>
          <p:nvPr>
            <p:ph idx="4" type="body"/>
          </p:nvPr>
        </p:nvSpPr>
        <p:spPr>
          <a:xfrm>
            <a:off x="10433304" y="5751576"/>
            <a:ext cx="6336900" cy="37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5_Columns (Three)">
  <p:cSld name="TITLE_AND_BODY_2_2_1_4">
    <p:bg>
      <p:bgPr>
        <a:solidFill>
          <a:schemeClr val="accent3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8"/>
          <p:cNvSpPr txBox="1"/>
          <p:nvPr>
            <p:ph type="title"/>
          </p:nvPr>
        </p:nvSpPr>
        <p:spPr>
          <a:xfrm>
            <a:off x="1161288" y="2505456"/>
            <a:ext cx="4224600" cy="18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4" name="Google Shape;444;p78"/>
          <p:cNvSpPr txBox="1"/>
          <p:nvPr>
            <p:ph idx="1" type="body"/>
          </p:nvPr>
        </p:nvSpPr>
        <p:spPr>
          <a:xfrm>
            <a:off x="1161288" y="4956048"/>
            <a:ext cx="4224600" cy="44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445" name="Google Shape;445;p78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446" name="Google Shape;446;p78"/>
          <p:cNvSpPr txBox="1"/>
          <p:nvPr>
            <p:ph idx="3" type="title"/>
          </p:nvPr>
        </p:nvSpPr>
        <p:spPr>
          <a:xfrm>
            <a:off x="7095744" y="2505456"/>
            <a:ext cx="4224600" cy="18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7" name="Google Shape;447;p78"/>
          <p:cNvSpPr txBox="1"/>
          <p:nvPr>
            <p:ph idx="4" type="body"/>
          </p:nvPr>
        </p:nvSpPr>
        <p:spPr>
          <a:xfrm>
            <a:off x="7095744" y="4956048"/>
            <a:ext cx="4224600" cy="44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448" name="Google Shape;448;p78"/>
          <p:cNvSpPr txBox="1"/>
          <p:nvPr>
            <p:ph idx="5" type="title"/>
          </p:nvPr>
        </p:nvSpPr>
        <p:spPr>
          <a:xfrm>
            <a:off x="13039344" y="2505456"/>
            <a:ext cx="4224600" cy="18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9" name="Google Shape;449;p78"/>
          <p:cNvSpPr txBox="1"/>
          <p:nvPr>
            <p:ph idx="6" type="body"/>
          </p:nvPr>
        </p:nvSpPr>
        <p:spPr>
          <a:xfrm>
            <a:off x="13039344" y="4956048"/>
            <a:ext cx="4224600" cy="44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8_Columns (Four)">
  <p:cSld name="TITLE_AND_BODY_2_2_1_1_2">
    <p:bg>
      <p:bgPr>
        <a:solidFill>
          <a:schemeClr val="accent3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9"/>
          <p:cNvSpPr txBox="1"/>
          <p:nvPr>
            <p:ph type="title"/>
          </p:nvPr>
        </p:nvSpPr>
        <p:spPr>
          <a:xfrm>
            <a:off x="1161288" y="2487168"/>
            <a:ext cx="3429000" cy="18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52" name="Google Shape;452;p79"/>
          <p:cNvSpPr txBox="1"/>
          <p:nvPr>
            <p:ph idx="1" type="body"/>
          </p:nvPr>
        </p:nvSpPr>
        <p:spPr>
          <a:xfrm>
            <a:off x="1161288" y="4782312"/>
            <a:ext cx="3429000" cy="4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453" name="Google Shape;453;p79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454" name="Google Shape;454;p79"/>
          <p:cNvSpPr txBox="1"/>
          <p:nvPr>
            <p:ph idx="3" type="title"/>
          </p:nvPr>
        </p:nvSpPr>
        <p:spPr>
          <a:xfrm>
            <a:off x="5367528" y="2487168"/>
            <a:ext cx="3429000" cy="18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55" name="Google Shape;455;p79"/>
          <p:cNvSpPr txBox="1"/>
          <p:nvPr>
            <p:ph idx="4" type="body"/>
          </p:nvPr>
        </p:nvSpPr>
        <p:spPr>
          <a:xfrm>
            <a:off x="5367528" y="4782312"/>
            <a:ext cx="3429000" cy="4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456" name="Google Shape;456;p79"/>
          <p:cNvSpPr txBox="1"/>
          <p:nvPr>
            <p:ph idx="5" type="title"/>
          </p:nvPr>
        </p:nvSpPr>
        <p:spPr>
          <a:xfrm>
            <a:off x="9573768" y="2487168"/>
            <a:ext cx="3429000" cy="18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57" name="Google Shape;457;p79"/>
          <p:cNvSpPr txBox="1"/>
          <p:nvPr>
            <p:ph idx="6" type="body"/>
          </p:nvPr>
        </p:nvSpPr>
        <p:spPr>
          <a:xfrm>
            <a:off x="9573768" y="4782312"/>
            <a:ext cx="3429000" cy="4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458" name="Google Shape;458;p79"/>
          <p:cNvSpPr txBox="1"/>
          <p:nvPr>
            <p:ph idx="7" type="title"/>
          </p:nvPr>
        </p:nvSpPr>
        <p:spPr>
          <a:xfrm>
            <a:off x="13780008" y="2487168"/>
            <a:ext cx="3429000" cy="18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59" name="Google Shape;459;p79"/>
          <p:cNvSpPr txBox="1"/>
          <p:nvPr>
            <p:ph idx="8" type="body"/>
          </p:nvPr>
        </p:nvSpPr>
        <p:spPr>
          <a:xfrm>
            <a:off x="13780008" y="4782312"/>
            <a:ext cx="3429000" cy="4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1_Points (Two)">
  <p:cSld name="TITLE_AND_BODY_2_2_1_2_2_2">
    <p:bg>
      <p:bgPr>
        <a:solidFill>
          <a:schemeClr val="accent3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80"/>
          <p:cNvSpPr txBox="1"/>
          <p:nvPr>
            <p:ph type="title"/>
          </p:nvPr>
        </p:nvSpPr>
        <p:spPr>
          <a:xfrm>
            <a:off x="1517904" y="6364224"/>
            <a:ext cx="6336900" cy="125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2" name="Google Shape;462;p80"/>
          <p:cNvSpPr txBox="1"/>
          <p:nvPr>
            <p:ph idx="1" type="body"/>
          </p:nvPr>
        </p:nvSpPr>
        <p:spPr>
          <a:xfrm>
            <a:off x="1517904" y="7845553"/>
            <a:ext cx="6336900" cy="16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463" name="Google Shape;463;p80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464" name="Google Shape;464;p80"/>
          <p:cNvSpPr txBox="1"/>
          <p:nvPr>
            <p:ph idx="3" type="title"/>
          </p:nvPr>
        </p:nvSpPr>
        <p:spPr>
          <a:xfrm>
            <a:off x="10433304" y="6364224"/>
            <a:ext cx="6336900" cy="125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5" name="Google Shape;465;p80"/>
          <p:cNvSpPr txBox="1"/>
          <p:nvPr>
            <p:ph idx="4" type="body"/>
          </p:nvPr>
        </p:nvSpPr>
        <p:spPr>
          <a:xfrm>
            <a:off x="10433304" y="7845552"/>
            <a:ext cx="6336900" cy="16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4_Points (Three)">
  <p:cSld name="TITLE_AND_BODY_2_2_1_2_4">
    <p:bg>
      <p:bgPr>
        <a:solidFill>
          <a:schemeClr val="accent3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81"/>
          <p:cNvSpPr txBox="1"/>
          <p:nvPr>
            <p:ph type="title"/>
          </p:nvPr>
        </p:nvSpPr>
        <p:spPr>
          <a:xfrm>
            <a:off x="1161288" y="5897880"/>
            <a:ext cx="4827900" cy="9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468" name="Google Shape;468;p81"/>
          <p:cNvSpPr txBox="1"/>
          <p:nvPr>
            <p:ph idx="1" type="body"/>
          </p:nvPr>
        </p:nvSpPr>
        <p:spPr>
          <a:xfrm>
            <a:off x="1161288" y="7086601"/>
            <a:ext cx="4827900" cy="23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469" name="Google Shape;469;p81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470" name="Google Shape;470;p81"/>
          <p:cNvSpPr txBox="1"/>
          <p:nvPr>
            <p:ph idx="3" type="title"/>
          </p:nvPr>
        </p:nvSpPr>
        <p:spPr>
          <a:xfrm>
            <a:off x="6729984" y="5897880"/>
            <a:ext cx="4827900" cy="9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471" name="Google Shape;471;p81"/>
          <p:cNvSpPr txBox="1"/>
          <p:nvPr>
            <p:ph idx="4" type="body"/>
          </p:nvPr>
        </p:nvSpPr>
        <p:spPr>
          <a:xfrm>
            <a:off x="6729984" y="7086600"/>
            <a:ext cx="4827900" cy="23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472" name="Google Shape;472;p81"/>
          <p:cNvSpPr txBox="1"/>
          <p:nvPr>
            <p:ph idx="5" type="title"/>
          </p:nvPr>
        </p:nvSpPr>
        <p:spPr>
          <a:xfrm>
            <a:off x="12298680" y="5897880"/>
            <a:ext cx="4827900" cy="9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473" name="Google Shape;473;p81"/>
          <p:cNvSpPr txBox="1"/>
          <p:nvPr>
            <p:ph idx="6" type="body"/>
          </p:nvPr>
        </p:nvSpPr>
        <p:spPr>
          <a:xfrm>
            <a:off x="12298680" y="7086601"/>
            <a:ext cx="4827900" cy="23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7_Points (Four)">
  <p:cSld name="TITLE_AND_BODY_2_2_1_2_1_3">
    <p:bg>
      <p:bgPr>
        <a:solidFill>
          <a:schemeClr val="accent3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82"/>
          <p:cNvSpPr txBox="1"/>
          <p:nvPr>
            <p:ph type="title"/>
          </p:nvPr>
        </p:nvSpPr>
        <p:spPr>
          <a:xfrm>
            <a:off x="1161288" y="5897880"/>
            <a:ext cx="3429000" cy="9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476" name="Google Shape;476;p82"/>
          <p:cNvSpPr txBox="1"/>
          <p:nvPr>
            <p:ph idx="1" type="body"/>
          </p:nvPr>
        </p:nvSpPr>
        <p:spPr>
          <a:xfrm>
            <a:off x="1161288" y="7086600"/>
            <a:ext cx="3429000" cy="23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477" name="Google Shape;477;p82"/>
          <p:cNvSpPr txBox="1"/>
          <p:nvPr>
            <p:ph idx="2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478" name="Google Shape;478;p82"/>
          <p:cNvSpPr txBox="1"/>
          <p:nvPr>
            <p:ph idx="3" type="title"/>
          </p:nvPr>
        </p:nvSpPr>
        <p:spPr>
          <a:xfrm>
            <a:off x="5367528" y="5897880"/>
            <a:ext cx="3429000" cy="9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479" name="Google Shape;479;p82"/>
          <p:cNvSpPr txBox="1"/>
          <p:nvPr>
            <p:ph idx="4" type="body"/>
          </p:nvPr>
        </p:nvSpPr>
        <p:spPr>
          <a:xfrm>
            <a:off x="5367528" y="7086600"/>
            <a:ext cx="3429000" cy="23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480" name="Google Shape;480;p82"/>
          <p:cNvSpPr txBox="1"/>
          <p:nvPr>
            <p:ph idx="5" type="title"/>
          </p:nvPr>
        </p:nvSpPr>
        <p:spPr>
          <a:xfrm>
            <a:off x="9573768" y="5897880"/>
            <a:ext cx="3429000" cy="9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481" name="Google Shape;481;p82"/>
          <p:cNvSpPr txBox="1"/>
          <p:nvPr>
            <p:ph idx="6" type="body"/>
          </p:nvPr>
        </p:nvSpPr>
        <p:spPr>
          <a:xfrm>
            <a:off x="9573768" y="7086600"/>
            <a:ext cx="3429000" cy="23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  <p:sp>
        <p:nvSpPr>
          <p:cNvPr id="482" name="Google Shape;482;p82"/>
          <p:cNvSpPr txBox="1"/>
          <p:nvPr>
            <p:ph idx="7" type="title"/>
          </p:nvPr>
        </p:nvSpPr>
        <p:spPr>
          <a:xfrm>
            <a:off x="13780008" y="5897880"/>
            <a:ext cx="3429000" cy="9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483" name="Google Shape;483;p82"/>
          <p:cNvSpPr txBox="1"/>
          <p:nvPr>
            <p:ph idx="8" type="body"/>
          </p:nvPr>
        </p:nvSpPr>
        <p:spPr>
          <a:xfrm>
            <a:off x="13780008" y="7086600"/>
            <a:ext cx="3429000" cy="23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﹘"/>
              <a:defRPr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﹘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0_Big Stat">
  <p:cSld name="TITLE_1_4">
    <p:bg>
      <p:bgPr>
        <a:solidFill>
          <a:schemeClr val="accent3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83"/>
          <p:cNvSpPr txBox="1"/>
          <p:nvPr>
            <p:ph idx="1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486" name="Google Shape;486;p83"/>
          <p:cNvSpPr txBox="1"/>
          <p:nvPr>
            <p:ph type="ctrTitle"/>
          </p:nvPr>
        </p:nvSpPr>
        <p:spPr>
          <a:xfrm>
            <a:off x="1527050" y="3383275"/>
            <a:ext cx="15222600" cy="220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487" name="Google Shape;487;p83"/>
          <p:cNvSpPr txBox="1"/>
          <p:nvPr>
            <p:ph idx="2" type="subTitle"/>
          </p:nvPr>
        </p:nvSpPr>
        <p:spPr>
          <a:xfrm>
            <a:off x="1527050" y="5458973"/>
            <a:ext cx="152226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488" name="Google Shape;488;p83"/>
          <p:cNvSpPr txBox="1"/>
          <p:nvPr>
            <p:ph idx="3" type="subTitle"/>
          </p:nvPr>
        </p:nvSpPr>
        <p:spPr>
          <a:xfrm>
            <a:off x="429765" y="9442550"/>
            <a:ext cx="7041000" cy="42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3_Stats (Two)">
  <p:cSld name="TITLE_1_1_3">
    <p:bg>
      <p:bgPr>
        <a:solidFill>
          <a:schemeClr val="accent3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84"/>
          <p:cNvSpPr txBox="1"/>
          <p:nvPr>
            <p:ph idx="1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491" name="Google Shape;491;p84"/>
          <p:cNvSpPr txBox="1"/>
          <p:nvPr>
            <p:ph type="ctrTitle"/>
          </p:nvPr>
        </p:nvSpPr>
        <p:spPr>
          <a:xfrm>
            <a:off x="1403550" y="3383275"/>
            <a:ext cx="6336900" cy="220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492" name="Google Shape;492;p84"/>
          <p:cNvSpPr txBox="1"/>
          <p:nvPr>
            <p:ph idx="2" type="subTitle"/>
          </p:nvPr>
        </p:nvSpPr>
        <p:spPr>
          <a:xfrm>
            <a:off x="1403550" y="5458975"/>
            <a:ext cx="63369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493" name="Google Shape;493;p84"/>
          <p:cNvSpPr txBox="1"/>
          <p:nvPr>
            <p:ph idx="3" type="subTitle"/>
          </p:nvPr>
        </p:nvSpPr>
        <p:spPr>
          <a:xfrm>
            <a:off x="429765" y="9442550"/>
            <a:ext cx="7041000" cy="42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9pPr>
          </a:lstStyle>
          <a:p/>
        </p:txBody>
      </p:sp>
      <p:sp>
        <p:nvSpPr>
          <p:cNvPr id="494" name="Google Shape;494;p84"/>
          <p:cNvSpPr txBox="1"/>
          <p:nvPr>
            <p:ph idx="4" type="ctrTitle"/>
          </p:nvPr>
        </p:nvSpPr>
        <p:spPr>
          <a:xfrm>
            <a:off x="10547550" y="3383275"/>
            <a:ext cx="6336900" cy="220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495" name="Google Shape;495;p84"/>
          <p:cNvSpPr txBox="1"/>
          <p:nvPr>
            <p:ph idx="5" type="subTitle"/>
          </p:nvPr>
        </p:nvSpPr>
        <p:spPr>
          <a:xfrm>
            <a:off x="10547550" y="5458975"/>
            <a:ext cx="63369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6_Stats (Three)">
  <p:cSld name="TITLE_1_1_1_2">
    <p:bg>
      <p:bgPr>
        <a:solidFill>
          <a:schemeClr val="accent3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85"/>
          <p:cNvSpPr txBox="1"/>
          <p:nvPr>
            <p:ph idx="1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498" name="Google Shape;498;p85"/>
          <p:cNvSpPr txBox="1"/>
          <p:nvPr>
            <p:ph type="ctrTitle"/>
          </p:nvPr>
        </p:nvSpPr>
        <p:spPr>
          <a:xfrm>
            <a:off x="1527048" y="3950475"/>
            <a:ext cx="4224600" cy="146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499" name="Google Shape;499;p85"/>
          <p:cNvSpPr txBox="1"/>
          <p:nvPr>
            <p:ph idx="2" type="subTitle"/>
          </p:nvPr>
        </p:nvSpPr>
        <p:spPr>
          <a:xfrm>
            <a:off x="1527148" y="5458975"/>
            <a:ext cx="42246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500" name="Google Shape;500;p85"/>
          <p:cNvSpPr txBox="1"/>
          <p:nvPr>
            <p:ph idx="3" type="subTitle"/>
          </p:nvPr>
        </p:nvSpPr>
        <p:spPr>
          <a:xfrm>
            <a:off x="431365" y="9442550"/>
            <a:ext cx="7041000" cy="42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9pPr>
          </a:lstStyle>
          <a:p/>
        </p:txBody>
      </p:sp>
      <p:sp>
        <p:nvSpPr>
          <p:cNvPr id="501" name="Google Shape;501;p85"/>
          <p:cNvSpPr txBox="1"/>
          <p:nvPr>
            <p:ph idx="4" type="ctrTitle"/>
          </p:nvPr>
        </p:nvSpPr>
        <p:spPr>
          <a:xfrm>
            <a:off x="7031650" y="3950696"/>
            <a:ext cx="4224600" cy="146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502" name="Google Shape;502;p85"/>
          <p:cNvSpPr txBox="1"/>
          <p:nvPr>
            <p:ph idx="5" type="subTitle"/>
          </p:nvPr>
        </p:nvSpPr>
        <p:spPr>
          <a:xfrm>
            <a:off x="7031750" y="5458975"/>
            <a:ext cx="42246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503" name="Google Shape;503;p85"/>
          <p:cNvSpPr txBox="1"/>
          <p:nvPr>
            <p:ph idx="6" type="ctrTitle"/>
          </p:nvPr>
        </p:nvSpPr>
        <p:spPr>
          <a:xfrm>
            <a:off x="12659700" y="3950696"/>
            <a:ext cx="4224600" cy="146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504" name="Google Shape;504;p85"/>
          <p:cNvSpPr txBox="1"/>
          <p:nvPr>
            <p:ph idx="7" type="subTitle"/>
          </p:nvPr>
        </p:nvSpPr>
        <p:spPr>
          <a:xfrm>
            <a:off x="12659800" y="5458975"/>
            <a:ext cx="42246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9_Stat (Half)">
  <p:cSld name="TITLE_1_2_2_5">
    <p:bg>
      <p:bgPr>
        <a:solidFill>
          <a:schemeClr val="accent3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86"/>
          <p:cNvSpPr txBox="1"/>
          <p:nvPr>
            <p:ph idx="1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507" name="Google Shape;507;p86"/>
          <p:cNvSpPr txBox="1"/>
          <p:nvPr>
            <p:ph type="ctrTitle"/>
          </p:nvPr>
        </p:nvSpPr>
        <p:spPr>
          <a:xfrm>
            <a:off x="1527048" y="3383280"/>
            <a:ext cx="7745100" cy="2203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508" name="Google Shape;508;p86"/>
          <p:cNvSpPr txBox="1"/>
          <p:nvPr>
            <p:ph idx="2" type="subTitle"/>
          </p:nvPr>
        </p:nvSpPr>
        <p:spPr>
          <a:xfrm>
            <a:off x="1527103" y="54589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509" name="Google Shape;509;p86"/>
          <p:cNvSpPr txBox="1"/>
          <p:nvPr>
            <p:ph idx="3" type="subTitle"/>
          </p:nvPr>
        </p:nvSpPr>
        <p:spPr>
          <a:xfrm>
            <a:off x="431365" y="9442550"/>
            <a:ext cx="7041000" cy="42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2_Stats (Half)">
  <p:cSld name="TITLE_1_2_7">
    <p:bg>
      <p:bgPr>
        <a:solidFill>
          <a:schemeClr val="accent3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87"/>
          <p:cNvSpPr txBox="1"/>
          <p:nvPr>
            <p:ph idx="1" type="subTitle"/>
          </p:nvPr>
        </p:nvSpPr>
        <p:spPr>
          <a:xfrm>
            <a:off x="429768" y="429768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512" name="Google Shape;512;p87"/>
          <p:cNvSpPr txBox="1"/>
          <p:nvPr>
            <p:ph type="ctrTitle"/>
          </p:nvPr>
        </p:nvSpPr>
        <p:spPr>
          <a:xfrm>
            <a:off x="1527048" y="2468875"/>
            <a:ext cx="7745100" cy="147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513" name="Google Shape;513;p87"/>
          <p:cNvSpPr txBox="1"/>
          <p:nvPr>
            <p:ph idx="2" type="subTitle"/>
          </p:nvPr>
        </p:nvSpPr>
        <p:spPr>
          <a:xfrm>
            <a:off x="1527103" y="3970971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514" name="Google Shape;514;p87"/>
          <p:cNvSpPr txBox="1"/>
          <p:nvPr>
            <p:ph idx="3" type="subTitle"/>
          </p:nvPr>
        </p:nvSpPr>
        <p:spPr>
          <a:xfrm>
            <a:off x="429768" y="9442550"/>
            <a:ext cx="7041000" cy="42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9pPr>
          </a:lstStyle>
          <a:p/>
        </p:txBody>
      </p:sp>
      <p:sp>
        <p:nvSpPr>
          <p:cNvPr id="515" name="Google Shape;515;p87"/>
          <p:cNvSpPr txBox="1"/>
          <p:nvPr>
            <p:ph idx="4" type="ctrTitle"/>
          </p:nvPr>
        </p:nvSpPr>
        <p:spPr>
          <a:xfrm>
            <a:off x="1527048" y="5361701"/>
            <a:ext cx="7745100" cy="147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516" name="Google Shape;516;p87"/>
          <p:cNvSpPr txBox="1"/>
          <p:nvPr>
            <p:ph idx="5" type="subTitle"/>
          </p:nvPr>
        </p:nvSpPr>
        <p:spPr>
          <a:xfrm>
            <a:off x="1527103" y="6864100"/>
            <a:ext cx="77451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5_Stat (Third)">
  <p:cSld name="TITLE_1_2_2_1_3">
    <p:bg>
      <p:bgPr>
        <a:solidFill>
          <a:schemeClr val="accent3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8"/>
          <p:cNvSpPr txBox="1"/>
          <p:nvPr>
            <p:ph idx="1" type="subTitle"/>
          </p:nvPr>
        </p:nvSpPr>
        <p:spPr>
          <a:xfrm>
            <a:off x="429768" y="429768"/>
            <a:ext cx="49287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519" name="Google Shape;519;p88"/>
          <p:cNvSpPr txBox="1"/>
          <p:nvPr>
            <p:ph type="ctrTitle"/>
          </p:nvPr>
        </p:nvSpPr>
        <p:spPr>
          <a:xfrm>
            <a:off x="777240" y="3383280"/>
            <a:ext cx="4928700" cy="2203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600"/>
              <a:buFont typeface="Optimistic"/>
              <a:buNone/>
              <a:defRPr b="1" sz="14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520" name="Google Shape;520;p88"/>
          <p:cNvSpPr txBox="1"/>
          <p:nvPr>
            <p:ph idx="2" type="subTitle"/>
          </p:nvPr>
        </p:nvSpPr>
        <p:spPr>
          <a:xfrm>
            <a:off x="777275" y="5458968"/>
            <a:ext cx="49287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521" name="Google Shape;521;p88"/>
          <p:cNvSpPr txBox="1"/>
          <p:nvPr>
            <p:ph idx="3" type="subTitle"/>
          </p:nvPr>
        </p:nvSpPr>
        <p:spPr>
          <a:xfrm>
            <a:off x="429776" y="9442550"/>
            <a:ext cx="5556600" cy="42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8_Stats (Third)">
  <p:cSld name="TITLE_1_2_3_3">
    <p:bg>
      <p:bgPr>
        <a:solidFill>
          <a:schemeClr val="accent3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89"/>
          <p:cNvSpPr txBox="1"/>
          <p:nvPr>
            <p:ph idx="1" type="subTitle"/>
          </p:nvPr>
        </p:nvSpPr>
        <p:spPr>
          <a:xfrm>
            <a:off x="429768" y="429768"/>
            <a:ext cx="49287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524" name="Google Shape;524;p89"/>
          <p:cNvSpPr txBox="1"/>
          <p:nvPr>
            <p:ph type="ctrTitle"/>
          </p:nvPr>
        </p:nvSpPr>
        <p:spPr>
          <a:xfrm>
            <a:off x="777240" y="2468875"/>
            <a:ext cx="4928700" cy="147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525" name="Google Shape;525;p89"/>
          <p:cNvSpPr txBox="1"/>
          <p:nvPr>
            <p:ph idx="2" type="subTitle"/>
          </p:nvPr>
        </p:nvSpPr>
        <p:spPr>
          <a:xfrm>
            <a:off x="777275" y="3970971"/>
            <a:ext cx="49287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  <p:sp>
        <p:nvSpPr>
          <p:cNvPr id="526" name="Google Shape;526;p89"/>
          <p:cNvSpPr txBox="1"/>
          <p:nvPr>
            <p:ph idx="3" type="subTitle"/>
          </p:nvPr>
        </p:nvSpPr>
        <p:spPr>
          <a:xfrm>
            <a:off x="429776" y="9442550"/>
            <a:ext cx="5556600" cy="42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1400"/>
            </a:lvl9pPr>
          </a:lstStyle>
          <a:p/>
        </p:txBody>
      </p:sp>
      <p:sp>
        <p:nvSpPr>
          <p:cNvPr id="527" name="Google Shape;527;p89"/>
          <p:cNvSpPr txBox="1"/>
          <p:nvPr>
            <p:ph idx="4" type="ctrTitle"/>
          </p:nvPr>
        </p:nvSpPr>
        <p:spPr>
          <a:xfrm>
            <a:off x="777240" y="5361701"/>
            <a:ext cx="4928700" cy="147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Font typeface="Optimistic"/>
              <a:buNone/>
              <a:defRPr b="1" sz="9600"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  <p:sp>
        <p:nvSpPr>
          <p:cNvPr id="528" name="Google Shape;528;p89"/>
          <p:cNvSpPr txBox="1"/>
          <p:nvPr>
            <p:ph idx="5" type="subTitle"/>
          </p:nvPr>
        </p:nvSpPr>
        <p:spPr>
          <a:xfrm>
            <a:off x="777275" y="6864100"/>
            <a:ext cx="49287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1pPr>
            <a:lvl2pPr lvl="1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2pPr>
            <a:lvl3pPr lvl="2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3pPr>
            <a:lvl4pPr lvl="3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4pPr>
            <a:lvl5pPr lvl="4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5pPr>
            <a:lvl6pPr lvl="5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6pPr>
            <a:lvl7pPr lvl="6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7pPr>
            <a:lvl8pPr lvl="7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8pPr>
            <a:lvl9pPr lvl="8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0" sz="1800"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5_White">
  <p:cSld name="SECTION_HEADER_2_1_2_3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5_Light_Grey">
  <p:cSld name="SECTION_HEADER_2_1_2_3_2">
    <p:bg>
      <p:bgPr>
        <a:solidFill>
          <a:schemeClr val="accent3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6_Meta Gray">
  <p:cSld name="SECTION_HEADER_2_1_1">
    <p:bg>
      <p:bgPr>
        <a:solidFill>
          <a:schemeClr val="dk1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9_Gradient_Dark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9_Gradient_Dark_Saturated">
  <p:cSld name="CUSTOM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9_Gradient_Light_Saturated">
  <p:cSld name="CUSTOM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9_Gradient_Light">
  <p:cSld name="CUSTOM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84" Type="http://schemas.openxmlformats.org/officeDocument/2006/relationships/slideLayout" Target="../slideLayouts/slideLayout84.xml"/><Relationship Id="rId83" Type="http://schemas.openxmlformats.org/officeDocument/2006/relationships/slideLayout" Target="../slideLayouts/slideLayout83.xml"/><Relationship Id="rId42" Type="http://schemas.openxmlformats.org/officeDocument/2006/relationships/slideLayout" Target="../slideLayouts/slideLayout42.xml"/><Relationship Id="rId86" Type="http://schemas.openxmlformats.org/officeDocument/2006/relationships/slideLayout" Target="../slideLayouts/slideLayout86.xml"/><Relationship Id="rId41" Type="http://schemas.openxmlformats.org/officeDocument/2006/relationships/slideLayout" Target="../slideLayouts/slideLayout41.xml"/><Relationship Id="rId85" Type="http://schemas.openxmlformats.org/officeDocument/2006/relationships/slideLayout" Target="../slideLayouts/slideLayout85.xml"/><Relationship Id="rId44" Type="http://schemas.openxmlformats.org/officeDocument/2006/relationships/slideLayout" Target="../slideLayouts/slideLayout44.xml"/><Relationship Id="rId88" Type="http://schemas.openxmlformats.org/officeDocument/2006/relationships/slideLayout" Target="../slideLayouts/slideLayout88.xml"/><Relationship Id="rId43" Type="http://schemas.openxmlformats.org/officeDocument/2006/relationships/slideLayout" Target="../slideLayouts/slideLayout43.xml"/><Relationship Id="rId87" Type="http://schemas.openxmlformats.org/officeDocument/2006/relationships/slideLayout" Target="../slideLayouts/slideLayout8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89" Type="http://schemas.openxmlformats.org/officeDocument/2006/relationships/slideLayout" Target="../slideLayouts/slideLayout89.xml"/><Relationship Id="rId80" Type="http://schemas.openxmlformats.org/officeDocument/2006/relationships/slideLayout" Target="../slideLayouts/slideLayout80.xml"/><Relationship Id="rId82" Type="http://schemas.openxmlformats.org/officeDocument/2006/relationships/slideLayout" Target="../slideLayouts/slideLayout82.xml"/><Relationship Id="rId81" Type="http://schemas.openxmlformats.org/officeDocument/2006/relationships/slideLayout" Target="../slideLayouts/slideLayout8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31.xml"/><Relationship Id="rId75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30.xml"/><Relationship Id="rId74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33.xml"/><Relationship Id="rId77" Type="http://schemas.openxmlformats.org/officeDocument/2006/relationships/slideLayout" Target="../slideLayouts/slideLayout77.xml"/><Relationship Id="rId32" Type="http://schemas.openxmlformats.org/officeDocument/2006/relationships/slideLayout" Target="../slideLayouts/slideLayout32.xml"/><Relationship Id="rId76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35.xml"/><Relationship Id="rId79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34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68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23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69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95" Type="http://schemas.openxmlformats.org/officeDocument/2006/relationships/slideLayout" Target="../slideLayouts/slideLayout95.xml"/><Relationship Id="rId50" Type="http://schemas.openxmlformats.org/officeDocument/2006/relationships/slideLayout" Target="../slideLayouts/slideLayout50.xml"/><Relationship Id="rId94" Type="http://schemas.openxmlformats.org/officeDocument/2006/relationships/slideLayout" Target="../slideLayouts/slideLayout94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96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91" Type="http://schemas.openxmlformats.org/officeDocument/2006/relationships/slideLayout" Target="../slideLayouts/slideLayout91.xml"/><Relationship Id="rId90" Type="http://schemas.openxmlformats.org/officeDocument/2006/relationships/slideLayout" Target="../slideLayouts/slideLayout90.xml"/><Relationship Id="rId93" Type="http://schemas.openxmlformats.org/officeDocument/2006/relationships/slideLayout" Target="../slideLayouts/slideLayout93.xml"/><Relationship Id="rId92" Type="http://schemas.openxmlformats.org/officeDocument/2006/relationships/slideLayout" Target="../slideLayouts/slideLayout92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99525" y="699525"/>
            <a:ext cx="77244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timistic Medium"/>
              <a:buNone/>
              <a:defRPr sz="5600">
                <a:solidFill>
                  <a:schemeClr val="dk1"/>
                </a:solidFill>
                <a:latin typeface="Optimistic Medium"/>
                <a:ea typeface="Optimistic Medium"/>
                <a:cs typeface="Optimistic Medium"/>
                <a:sym typeface="Optimistic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timistic Medium"/>
              <a:buNone/>
              <a:defRPr sz="5600">
                <a:solidFill>
                  <a:schemeClr val="dk1"/>
                </a:solidFill>
                <a:latin typeface="Optimistic Medium"/>
                <a:ea typeface="Optimistic Medium"/>
                <a:cs typeface="Optimistic Medium"/>
                <a:sym typeface="Optimistic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timistic Medium"/>
              <a:buNone/>
              <a:defRPr sz="5600">
                <a:solidFill>
                  <a:schemeClr val="dk1"/>
                </a:solidFill>
                <a:latin typeface="Optimistic Medium"/>
                <a:ea typeface="Optimistic Medium"/>
                <a:cs typeface="Optimistic Medium"/>
                <a:sym typeface="Optimistic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timistic Medium"/>
              <a:buNone/>
              <a:defRPr sz="5600">
                <a:solidFill>
                  <a:schemeClr val="dk1"/>
                </a:solidFill>
                <a:latin typeface="Optimistic Medium"/>
                <a:ea typeface="Optimistic Medium"/>
                <a:cs typeface="Optimistic Medium"/>
                <a:sym typeface="Optimistic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timistic Medium"/>
              <a:buNone/>
              <a:defRPr sz="5600">
                <a:solidFill>
                  <a:schemeClr val="dk1"/>
                </a:solidFill>
                <a:latin typeface="Optimistic Medium"/>
                <a:ea typeface="Optimistic Medium"/>
                <a:cs typeface="Optimistic Medium"/>
                <a:sym typeface="Optimistic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timistic Medium"/>
              <a:buNone/>
              <a:defRPr sz="5600">
                <a:solidFill>
                  <a:schemeClr val="dk1"/>
                </a:solidFill>
                <a:latin typeface="Optimistic Medium"/>
                <a:ea typeface="Optimistic Medium"/>
                <a:cs typeface="Optimistic Medium"/>
                <a:sym typeface="Optimistic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timistic Medium"/>
              <a:buNone/>
              <a:defRPr sz="5600">
                <a:solidFill>
                  <a:schemeClr val="dk1"/>
                </a:solidFill>
                <a:latin typeface="Optimistic Medium"/>
                <a:ea typeface="Optimistic Medium"/>
                <a:cs typeface="Optimistic Medium"/>
                <a:sym typeface="Optimistic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timistic Medium"/>
              <a:buNone/>
              <a:defRPr sz="5600">
                <a:solidFill>
                  <a:schemeClr val="dk1"/>
                </a:solidFill>
                <a:latin typeface="Optimistic Medium"/>
                <a:ea typeface="Optimistic Medium"/>
                <a:cs typeface="Optimistic Medium"/>
                <a:sym typeface="Optimistic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timistic Medium"/>
              <a:buNone/>
              <a:defRPr sz="5600">
                <a:solidFill>
                  <a:schemeClr val="dk1"/>
                </a:solidFill>
                <a:latin typeface="Optimistic Medium"/>
                <a:ea typeface="Optimistic Medium"/>
                <a:cs typeface="Optimistic Medium"/>
                <a:sym typeface="Optimistic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99525" y="3877050"/>
            <a:ext cx="7724400" cy="57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timistic"/>
              <a:buChar char="•"/>
              <a:defRPr sz="1800">
                <a:solidFill>
                  <a:schemeClr val="dk1"/>
                </a:solidFill>
                <a:latin typeface="Optimistic"/>
                <a:ea typeface="Optimistic"/>
                <a:cs typeface="Optimistic"/>
                <a:sym typeface="Optimistic"/>
              </a:defRPr>
            </a:lvl1pPr>
            <a:lvl2pPr indent="-342900" lvl="1" marL="914400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timistic"/>
              <a:buChar char="﹘"/>
              <a:defRPr sz="1800">
                <a:solidFill>
                  <a:schemeClr val="dk1"/>
                </a:solidFill>
                <a:latin typeface="Optimistic"/>
                <a:ea typeface="Optimistic"/>
                <a:cs typeface="Optimistic"/>
                <a:sym typeface="Optimistic"/>
              </a:defRPr>
            </a:lvl2pPr>
            <a:lvl3pPr indent="-342900" lvl="2" marL="1371600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timistic"/>
              <a:buChar char="﹘"/>
              <a:defRPr sz="1800">
                <a:solidFill>
                  <a:schemeClr val="dk1"/>
                </a:solidFill>
                <a:latin typeface="Optimistic"/>
                <a:ea typeface="Optimistic"/>
                <a:cs typeface="Optimistic"/>
                <a:sym typeface="Optimistic"/>
              </a:defRPr>
            </a:lvl3pPr>
            <a:lvl4pPr indent="-342900" lvl="3" marL="1828800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timistic"/>
              <a:buChar char="﹘"/>
              <a:defRPr sz="1800">
                <a:solidFill>
                  <a:schemeClr val="dk1"/>
                </a:solidFill>
                <a:latin typeface="Optimistic"/>
                <a:ea typeface="Optimistic"/>
                <a:cs typeface="Optimistic"/>
                <a:sym typeface="Optimistic"/>
              </a:defRPr>
            </a:lvl4pPr>
            <a:lvl5pPr indent="-342900" lvl="4" marL="2286000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timistic"/>
              <a:buChar char="﹘"/>
              <a:defRPr sz="1800">
                <a:solidFill>
                  <a:schemeClr val="dk1"/>
                </a:solidFill>
                <a:latin typeface="Optimistic"/>
                <a:ea typeface="Optimistic"/>
                <a:cs typeface="Optimistic"/>
                <a:sym typeface="Optimistic"/>
              </a:defRPr>
            </a:lvl5pPr>
            <a:lvl6pPr indent="-342900" lvl="5" marL="2743200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timistic"/>
              <a:buChar char="﹘"/>
              <a:defRPr sz="1800">
                <a:solidFill>
                  <a:schemeClr val="dk1"/>
                </a:solidFill>
                <a:latin typeface="Optimistic"/>
                <a:ea typeface="Optimistic"/>
                <a:cs typeface="Optimistic"/>
                <a:sym typeface="Optimistic"/>
              </a:defRPr>
            </a:lvl6pPr>
            <a:lvl7pPr indent="-342900" lvl="6" marL="3200400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timistic"/>
              <a:buChar char="﹘"/>
              <a:defRPr sz="1800">
                <a:solidFill>
                  <a:schemeClr val="dk1"/>
                </a:solidFill>
                <a:latin typeface="Optimistic"/>
                <a:ea typeface="Optimistic"/>
                <a:cs typeface="Optimistic"/>
                <a:sym typeface="Optimistic"/>
              </a:defRPr>
            </a:lvl7pPr>
            <a:lvl8pPr indent="-342900" lvl="7" marL="3657600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timistic"/>
              <a:buChar char="﹘"/>
              <a:defRPr sz="1800">
                <a:solidFill>
                  <a:schemeClr val="dk1"/>
                </a:solidFill>
                <a:latin typeface="Optimistic"/>
                <a:ea typeface="Optimistic"/>
                <a:cs typeface="Optimistic"/>
                <a:sym typeface="Optimistic"/>
              </a:defRPr>
            </a:lvl8pPr>
            <a:lvl9pPr indent="-342900" lvl="8" marL="4114800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Optimistic"/>
              <a:buChar char="﹘"/>
              <a:defRPr sz="1800">
                <a:solidFill>
                  <a:schemeClr val="dk1"/>
                </a:solidFill>
                <a:latin typeface="Optimistic"/>
                <a:ea typeface="Optimistic"/>
                <a:cs typeface="Optimistic"/>
                <a:sym typeface="Optimist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  <p:sldLayoutId id="2147483734" r:id="rId87"/>
    <p:sldLayoutId id="2147483735" r:id="rId88"/>
    <p:sldLayoutId id="2147483736" r:id="rId89"/>
    <p:sldLayoutId id="2147483737" r:id="rId90"/>
    <p:sldLayoutId id="2147483738" r:id="rId91"/>
    <p:sldLayoutId id="2147483739" r:id="rId92"/>
    <p:sldLayoutId id="2147483740" r:id="rId93"/>
    <p:sldLayoutId id="2147483741" r:id="rId94"/>
    <p:sldLayoutId id="2147483742" r:id="rId9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0">
          <p15:clr>
            <a:srgbClr val="EA4335"/>
          </p15:clr>
        </p15:guide>
        <p15:guide id="2" pos="5760">
          <p15:clr>
            <a:srgbClr val="EA4335"/>
          </p15:clr>
        </p15:guide>
        <p15:guide id="3" pos="264">
          <p15:clr>
            <a:srgbClr val="EA4335"/>
          </p15:clr>
        </p15:guide>
        <p15:guide id="4" orient="horz" pos="264">
          <p15:clr>
            <a:srgbClr val="EA4335"/>
          </p15:clr>
        </p15:guide>
        <p15:guide id="5" pos="11256">
          <p15:clr>
            <a:srgbClr val="EA4335"/>
          </p15:clr>
        </p15:guide>
        <p15:guide id="6" orient="horz" pos="5997">
          <p15:clr>
            <a:srgbClr val="EA4335"/>
          </p15:clr>
        </p15:guide>
        <p15:guide id="7" pos="729">
          <p15:clr>
            <a:srgbClr val="EA4335"/>
          </p15:clr>
        </p15:guide>
        <p15:guide id="8" pos="1197">
          <p15:clr>
            <a:srgbClr val="EA4335"/>
          </p15:clr>
        </p15:guide>
        <p15:guide id="9" pos="1899">
          <p15:clr>
            <a:srgbClr val="EA4335"/>
          </p15:clr>
        </p15:guide>
        <p15:guide id="10" pos="3537">
          <p15:clr>
            <a:srgbClr val="EA4335"/>
          </p15:clr>
        </p15:guide>
        <p15:guide id="11" pos="3771">
          <p15:clr>
            <a:srgbClr val="EA4335"/>
          </p15:clr>
        </p15:guide>
        <p15:guide id="12" pos="4707">
          <p15:clr>
            <a:srgbClr val="EA4335"/>
          </p15:clr>
        </p15:guide>
        <p15:guide id="13" pos="5175">
          <p15:clr>
            <a:srgbClr val="EA4335"/>
          </p15:clr>
        </p15:guide>
        <p15:guide id="14" pos="7746">
          <p15:clr>
            <a:srgbClr val="EA4335"/>
          </p15:clr>
        </p15:guide>
        <p15:guide id="15" pos="8214">
          <p15:clr>
            <a:srgbClr val="EA4335"/>
          </p15:clr>
        </p15:guide>
        <p15:guide id="16" pos="8913">
          <p15:clr>
            <a:srgbClr val="EA4335"/>
          </p15:clr>
        </p15:guide>
        <p15:guide id="17" pos="498">
          <p15:clr>
            <a:srgbClr val="EA4335"/>
          </p15:clr>
        </p15:guide>
        <p15:guide id="18" pos="966">
          <p15:clr>
            <a:srgbClr val="EA4335"/>
          </p15:clr>
        </p15:guide>
        <p15:guide id="19" pos="1431">
          <p15:clr>
            <a:srgbClr val="EA4335"/>
          </p15:clr>
        </p15:guide>
        <p15:guide id="20" pos="1665">
          <p15:clr>
            <a:srgbClr val="EA4335"/>
          </p15:clr>
        </p15:guide>
        <p15:guide id="21" pos="4239">
          <p15:clr>
            <a:srgbClr val="EA4335"/>
          </p15:clr>
        </p15:guide>
        <p15:guide id="22" pos="4005">
          <p15:clr>
            <a:srgbClr val="EA4335"/>
          </p15:clr>
        </p15:guide>
        <p15:guide id="23" pos="4470">
          <p15:clr>
            <a:srgbClr val="EA4335"/>
          </p15:clr>
        </p15:guide>
        <p15:guide id="24" pos="4941">
          <p15:clr>
            <a:srgbClr val="EA4335"/>
          </p15:clr>
        </p15:guide>
        <p15:guide id="25" pos="5409">
          <p15:clr>
            <a:srgbClr val="EA4335"/>
          </p15:clr>
        </p15:guide>
        <p15:guide id="26" pos="7980">
          <p15:clr>
            <a:srgbClr val="EA4335"/>
          </p15:clr>
        </p15:guide>
        <p15:guide id="27" pos="8682">
          <p15:clr>
            <a:srgbClr val="EA4335"/>
          </p15:clr>
        </p15:guide>
        <p15:guide id="28" pos="9618">
          <p15:clr>
            <a:srgbClr val="EA4335"/>
          </p15:clr>
        </p15:guide>
        <p15:guide id="29" pos="2133">
          <p15:clr>
            <a:srgbClr val="EA4335"/>
          </p15:clr>
        </p15:guide>
        <p15:guide id="30" pos="2367">
          <p15:clr>
            <a:srgbClr val="EA4335"/>
          </p15:clr>
        </p15:guide>
        <p15:guide id="31" pos="2601">
          <p15:clr>
            <a:srgbClr val="EA4335"/>
          </p15:clr>
        </p15:guide>
        <p15:guide id="32" pos="2835">
          <p15:clr>
            <a:srgbClr val="EA4335"/>
          </p15:clr>
        </p15:guide>
        <p15:guide id="33" pos="3069">
          <p15:clr>
            <a:srgbClr val="EA4335"/>
          </p15:clr>
        </p15:guide>
        <p15:guide id="34" pos="3303">
          <p15:clr>
            <a:srgbClr val="EA4335"/>
          </p15:clr>
        </p15:guide>
        <p15:guide id="35" pos="5643">
          <p15:clr>
            <a:srgbClr val="EA4335"/>
          </p15:clr>
        </p15:guide>
        <p15:guide id="36" pos="5877">
          <p15:clr>
            <a:srgbClr val="EA4335"/>
          </p15:clr>
        </p15:guide>
        <p15:guide id="37" pos="6108">
          <p15:clr>
            <a:srgbClr val="EA4335"/>
          </p15:clr>
        </p15:guide>
        <p15:guide id="38" pos="6342">
          <p15:clr>
            <a:srgbClr val="EA4335"/>
          </p15:clr>
        </p15:guide>
        <p15:guide id="39" pos="6576">
          <p15:clr>
            <a:srgbClr val="EA4335"/>
          </p15:clr>
        </p15:guide>
        <p15:guide id="40" pos="6813">
          <p15:clr>
            <a:srgbClr val="EA4335"/>
          </p15:clr>
        </p15:guide>
        <p15:guide id="41" pos="7047">
          <p15:clr>
            <a:srgbClr val="EA4335"/>
          </p15:clr>
        </p15:guide>
        <p15:guide id="42" pos="7278">
          <p15:clr>
            <a:srgbClr val="EA4335"/>
          </p15:clr>
        </p15:guide>
        <p15:guide id="43" pos="7512">
          <p15:clr>
            <a:srgbClr val="EA4335"/>
          </p15:clr>
        </p15:guide>
        <p15:guide id="44" pos="8445">
          <p15:clr>
            <a:srgbClr val="EA4335"/>
          </p15:clr>
        </p15:guide>
        <p15:guide id="45" pos="9150">
          <p15:clr>
            <a:srgbClr val="EA4335"/>
          </p15:clr>
        </p15:guide>
        <p15:guide id="46" pos="9381">
          <p15:clr>
            <a:srgbClr val="EA4335"/>
          </p15:clr>
        </p15:guide>
        <p15:guide id="47" pos="9852">
          <p15:clr>
            <a:srgbClr val="EA4335"/>
          </p15:clr>
        </p15:guide>
        <p15:guide id="48" pos="10086">
          <p15:clr>
            <a:srgbClr val="EA4335"/>
          </p15:clr>
        </p15:guide>
        <p15:guide id="49" pos="10320">
          <p15:clr>
            <a:srgbClr val="EA4335"/>
          </p15:clr>
        </p15:guide>
        <p15:guide id="50" pos="10551">
          <p15:clr>
            <a:srgbClr val="EA4335"/>
          </p15:clr>
        </p15:guide>
        <p15:guide id="51" pos="10785">
          <p15:clr>
            <a:srgbClr val="EA4335"/>
          </p15:clr>
        </p15:guide>
        <p15:guide id="52" pos="11019">
          <p15:clr>
            <a:srgbClr val="EA4335"/>
          </p15:clr>
        </p15:guide>
        <p15:guide id="53" orient="horz" pos="480">
          <p15:clr>
            <a:srgbClr val="EA4335"/>
          </p15:clr>
        </p15:guide>
        <p15:guide id="54" orient="horz" pos="702">
          <p15:clr>
            <a:srgbClr val="EA4335"/>
          </p15:clr>
        </p15:guide>
        <p15:guide id="55" orient="horz" pos="927">
          <p15:clr>
            <a:srgbClr val="EA4335"/>
          </p15:clr>
        </p15:guide>
        <p15:guide id="56" orient="horz" pos="1146">
          <p15:clr>
            <a:srgbClr val="EA4335"/>
          </p15:clr>
        </p15:guide>
        <p15:guide id="57" orient="horz" pos="1365">
          <p15:clr>
            <a:srgbClr val="EA4335"/>
          </p15:clr>
        </p15:guide>
        <p15:guide id="58" orient="horz" pos="1587">
          <p15:clr>
            <a:srgbClr val="EA4335"/>
          </p15:clr>
        </p15:guide>
        <p15:guide id="59" orient="horz" pos="1806">
          <p15:clr>
            <a:srgbClr val="EA4335"/>
          </p15:clr>
        </p15:guide>
        <p15:guide id="60" orient="horz" pos="2028">
          <p15:clr>
            <a:srgbClr val="EA4335"/>
          </p15:clr>
        </p15:guide>
        <p15:guide id="61" orient="horz" pos="2250">
          <p15:clr>
            <a:srgbClr val="EA4335"/>
          </p15:clr>
        </p15:guide>
        <p15:guide id="62" orient="horz" pos="2469">
          <p15:clr>
            <a:srgbClr val="EA4335"/>
          </p15:clr>
        </p15:guide>
        <p15:guide id="63" orient="horz" pos="2688">
          <p15:clr>
            <a:srgbClr val="EA4335"/>
          </p15:clr>
        </p15:guide>
        <p15:guide id="64" orient="horz" pos="2907">
          <p15:clr>
            <a:srgbClr val="EA4335"/>
          </p15:clr>
        </p15:guide>
        <p15:guide id="65" orient="horz" pos="3123">
          <p15:clr>
            <a:srgbClr val="EA4335"/>
          </p15:clr>
        </p15:guide>
        <p15:guide id="66" orient="horz" pos="3351">
          <p15:clr>
            <a:srgbClr val="EA4335"/>
          </p15:clr>
        </p15:guide>
        <p15:guide id="67" orient="horz" pos="3570">
          <p15:clr>
            <a:srgbClr val="EA4335"/>
          </p15:clr>
        </p15:guide>
        <p15:guide id="68" orient="horz" pos="3789">
          <p15:clr>
            <a:srgbClr val="EA4335"/>
          </p15:clr>
        </p15:guide>
        <p15:guide id="69" orient="horz" pos="4011">
          <p15:clr>
            <a:srgbClr val="EA4335"/>
          </p15:clr>
        </p15:guide>
        <p15:guide id="70" orient="horz" pos="4230">
          <p15:clr>
            <a:srgbClr val="EA4335"/>
          </p15:clr>
        </p15:guide>
        <p15:guide id="71" orient="horz" pos="4449">
          <p15:clr>
            <a:srgbClr val="EA4335"/>
          </p15:clr>
        </p15:guide>
        <p15:guide id="72" orient="horz" pos="4671">
          <p15:clr>
            <a:srgbClr val="EA4335"/>
          </p15:clr>
        </p15:guide>
        <p15:guide id="73" orient="horz" pos="4893">
          <p15:clr>
            <a:srgbClr val="EA4335"/>
          </p15:clr>
        </p15:guide>
        <p15:guide id="74" orient="horz" pos="5112">
          <p15:clr>
            <a:srgbClr val="EA4335"/>
          </p15:clr>
        </p15:guide>
        <p15:guide id="75" orient="horz" pos="5331">
          <p15:clr>
            <a:srgbClr val="EA4335"/>
          </p15:clr>
        </p15:guide>
        <p15:guide id="76" orient="horz" pos="5553">
          <p15:clr>
            <a:srgbClr val="EA4335"/>
          </p15:clr>
        </p15:guide>
        <p15:guide id="77" orient="horz" pos="5772">
          <p15:clr>
            <a:srgbClr val="EA4335"/>
          </p15:clr>
        </p15:guide>
        <p15:guide id="78" orient="horz" pos="621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hrnmeta/custom-taskop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97"/>
          <p:cNvSpPr txBox="1"/>
          <p:nvPr/>
        </p:nvSpPr>
        <p:spPr>
          <a:xfrm>
            <a:off x="889000" y="1206500"/>
            <a:ext cx="1650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2400">
                <a:solidFill>
                  <a:srgbClr val="0668E1"/>
                </a:solidFill>
              </a:rPr>
              <a:t>CUSTOM TASKOPS</a:t>
            </a:r>
            <a:endParaRPr b="1" sz="2400">
              <a:solidFill>
                <a:srgbClr val="0668E1"/>
              </a:solidFill>
            </a:endParaRPr>
          </a:p>
        </p:txBody>
      </p:sp>
      <p:sp>
        <p:nvSpPr>
          <p:cNvPr id="541" name="Google Shape;541;p97"/>
          <p:cNvSpPr/>
          <p:nvPr/>
        </p:nvSpPr>
        <p:spPr>
          <a:xfrm>
            <a:off x="889000" y="2514600"/>
            <a:ext cx="1778100" cy="88800"/>
          </a:xfrm>
          <a:prstGeom prst="rect">
            <a:avLst/>
          </a:prstGeom>
          <a:solidFill>
            <a:srgbClr val="0668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542" name="Google Shape;542;p97"/>
          <p:cNvSpPr txBox="1"/>
          <p:nvPr/>
        </p:nvSpPr>
        <p:spPr>
          <a:xfrm>
            <a:off x="889000" y="3200400"/>
            <a:ext cx="16509900" cy="18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7600">
                <a:solidFill>
                  <a:srgbClr val="1C2B33"/>
                </a:solidFill>
              </a:rPr>
              <a:t>Custom TaskOps</a:t>
            </a:r>
            <a:endParaRPr b="1" sz="7600">
              <a:solidFill>
                <a:srgbClr val="1C2B33"/>
              </a:solidFill>
            </a:endParaRPr>
          </a:p>
        </p:txBody>
      </p:sp>
      <p:sp>
        <p:nvSpPr>
          <p:cNvPr id="543" name="Google Shape;543;p97"/>
          <p:cNvSpPr txBox="1"/>
          <p:nvPr/>
        </p:nvSpPr>
        <p:spPr>
          <a:xfrm>
            <a:off x="889000" y="5461000"/>
            <a:ext cx="15875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1C2B33"/>
                </a:solidFill>
              </a:rPr>
              <a:t>Automated validation. Consistent iteration.</a:t>
            </a:r>
            <a:endParaRPr sz="32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3200">
                <a:solidFill>
                  <a:srgbClr val="1C2B33"/>
                </a:solidFill>
              </a:rPr>
              <a:t>A workflow you can customize.</a:t>
            </a:r>
            <a:endParaRPr sz="3200">
              <a:solidFill>
                <a:srgbClr val="1C2B33"/>
              </a:solidFill>
            </a:endParaRPr>
          </a:p>
        </p:txBody>
      </p:sp>
      <p:sp>
        <p:nvSpPr>
          <p:cNvPr id="544" name="Google Shape;544;p97"/>
          <p:cNvSpPr txBox="1"/>
          <p:nvPr/>
        </p:nvSpPr>
        <p:spPr>
          <a:xfrm>
            <a:off x="889000" y="7797800"/>
            <a:ext cx="13970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3200">
                <a:solidFill>
                  <a:srgbClr val="0668E1"/>
                </a:solidFill>
              </a:rPr>
              <a:t>Hugo Ng</a:t>
            </a:r>
            <a:endParaRPr b="1" sz="3200">
              <a:solidFill>
                <a:srgbClr val="0668E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98"/>
          <p:cNvSpPr/>
          <p:nvPr/>
        </p:nvSpPr>
        <p:spPr>
          <a:xfrm>
            <a:off x="15391562" y="8777300"/>
            <a:ext cx="2515500" cy="112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550" name="Google Shape;550;p98"/>
          <p:cNvSpPr txBox="1"/>
          <p:nvPr>
            <p:ph idx="4" type="subTitle"/>
          </p:nvPr>
        </p:nvSpPr>
        <p:spPr>
          <a:xfrm>
            <a:off x="9461500" y="5778500"/>
            <a:ext cx="15875100" cy="114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0" lang="en" sz="3200">
                <a:solidFill>
                  <a:srgbClr val="1C2B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3200">
              <a:solidFill>
                <a:srgbClr val="1C2B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98"/>
          <p:cNvSpPr txBox="1"/>
          <p:nvPr/>
        </p:nvSpPr>
        <p:spPr>
          <a:xfrm>
            <a:off x="889000" y="698500"/>
            <a:ext cx="165099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4200">
                <a:solidFill>
                  <a:srgbClr val="1C2B33"/>
                </a:solidFill>
              </a:rPr>
              <a:t>Why I built Custom TaskOps</a:t>
            </a:r>
            <a:endParaRPr b="1" sz="4200">
              <a:solidFill>
                <a:srgbClr val="1C2B33"/>
              </a:solidFill>
            </a:endParaRPr>
          </a:p>
        </p:txBody>
      </p:sp>
      <p:sp>
        <p:nvSpPr>
          <p:cNvPr id="552" name="Google Shape;552;p98"/>
          <p:cNvSpPr txBox="1"/>
          <p:nvPr/>
        </p:nvSpPr>
        <p:spPr>
          <a:xfrm>
            <a:off x="889000" y="2159000"/>
            <a:ext cx="16509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1C2B33"/>
                </a:solidFill>
              </a:rPr>
              <a:t>Repeated prompts, reruns, and tracking each agent’s state</a:t>
            </a:r>
            <a:endParaRPr sz="26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1C2B33"/>
                </a:solidFill>
              </a:rPr>
              <a:t>leave less attention for difficult issues.</a:t>
            </a:r>
            <a:endParaRPr sz="2600">
              <a:solidFill>
                <a:srgbClr val="1C2B33"/>
              </a:solidFill>
            </a:endParaRPr>
          </a:p>
        </p:txBody>
      </p:sp>
      <p:sp>
        <p:nvSpPr>
          <p:cNvPr id="553" name="Google Shape;553;p98"/>
          <p:cNvSpPr/>
          <p:nvPr/>
        </p:nvSpPr>
        <p:spPr>
          <a:xfrm>
            <a:off x="9461500" y="3683000"/>
            <a:ext cx="7937400" cy="3810000"/>
          </a:xfrm>
          <a:prstGeom prst="roundRect">
            <a:avLst>
              <a:gd fmla="val 16667" name="adj"/>
            </a:avLst>
          </a:prstGeom>
          <a:solidFill>
            <a:srgbClr val="F3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554" name="Google Shape;554;p98"/>
          <p:cNvSpPr txBox="1"/>
          <p:nvPr/>
        </p:nvSpPr>
        <p:spPr>
          <a:xfrm>
            <a:off x="9740900" y="3975100"/>
            <a:ext cx="73788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3000">
                <a:solidFill>
                  <a:srgbClr val="0668E1"/>
                </a:solidFill>
              </a:rPr>
              <a:t>Common checks &amp; rules</a:t>
            </a:r>
            <a:endParaRPr b="1" sz="3000">
              <a:solidFill>
                <a:srgbClr val="0668E1"/>
              </a:solidFill>
            </a:endParaRPr>
          </a:p>
        </p:txBody>
      </p:sp>
      <p:sp>
        <p:nvSpPr>
          <p:cNvPr id="555" name="Google Shape;555;p98"/>
          <p:cNvSpPr txBox="1"/>
          <p:nvPr/>
        </p:nvSpPr>
        <p:spPr>
          <a:xfrm>
            <a:off x="9740900" y="4802232"/>
            <a:ext cx="7378800" cy="2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C2B33"/>
                </a:solidFill>
              </a:rPr>
              <a:t>Oracle / setup correctness</a:t>
            </a:r>
            <a:br>
              <a:rPr lang="en" sz="2400">
                <a:solidFill>
                  <a:srgbClr val="1C2B33"/>
                </a:solidFill>
              </a:rPr>
            </a:br>
            <a:r>
              <a:rPr lang="en" sz="2400">
                <a:solidFill>
                  <a:srgbClr val="1C2B33"/>
                </a:solidFill>
              </a:rPr>
              <a:t>Spec clarity / test alignment</a:t>
            </a:r>
            <a:endParaRPr sz="24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C2B33"/>
                </a:solidFill>
              </a:rPr>
              <a:t>Suitable difficulty</a:t>
            </a:r>
            <a:endParaRPr sz="24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C2B33"/>
                </a:solidFill>
              </a:rPr>
              <a:t>Prevent reward hacking</a:t>
            </a:r>
            <a:endParaRPr sz="24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2400">
                <a:solidFill>
                  <a:srgbClr val="1C2B33"/>
                </a:solidFill>
              </a:rPr>
              <a:t>README: official update-readme, no changelogs</a:t>
            </a:r>
            <a:endParaRPr sz="2400">
              <a:solidFill>
                <a:srgbClr val="1C2B33"/>
              </a:solidFill>
            </a:endParaRPr>
          </a:p>
        </p:txBody>
      </p:sp>
      <p:sp>
        <p:nvSpPr>
          <p:cNvPr id="556" name="Google Shape;556;p98"/>
          <p:cNvSpPr/>
          <p:nvPr/>
        </p:nvSpPr>
        <p:spPr>
          <a:xfrm>
            <a:off x="889000" y="3683000"/>
            <a:ext cx="7937400" cy="3810000"/>
          </a:xfrm>
          <a:prstGeom prst="roundRect">
            <a:avLst>
              <a:gd fmla="val 16667" name="adj"/>
            </a:avLst>
          </a:prstGeom>
          <a:solidFill>
            <a:srgbClr val="EAF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557" name="Google Shape;557;p98"/>
          <p:cNvSpPr txBox="1"/>
          <p:nvPr/>
        </p:nvSpPr>
        <p:spPr>
          <a:xfrm>
            <a:off x="1168400" y="3975100"/>
            <a:ext cx="73788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3000">
                <a:solidFill>
                  <a:srgbClr val="0668E1"/>
                </a:solidFill>
              </a:rPr>
              <a:t>Entry points</a:t>
            </a:r>
            <a:endParaRPr b="1" sz="3000">
              <a:solidFill>
                <a:srgbClr val="0668E1"/>
              </a:solidFill>
            </a:endParaRPr>
          </a:p>
        </p:txBody>
      </p:sp>
      <p:sp>
        <p:nvSpPr>
          <p:cNvPr id="558" name="Google Shape;558;p98"/>
          <p:cNvSpPr txBox="1"/>
          <p:nvPr/>
        </p:nvSpPr>
        <p:spPr>
          <a:xfrm>
            <a:off x="1168400" y="4802232"/>
            <a:ext cx="7378800" cy="2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C2B33"/>
                </a:solidFill>
              </a:rPr>
              <a:t>Create a task</a:t>
            </a:r>
            <a:endParaRPr sz="24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C2B33"/>
                </a:solidFill>
              </a:rPr>
              <a:t>Harden it</a:t>
            </a:r>
            <a:endParaRPr sz="24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C2B33"/>
                </a:solidFill>
              </a:rPr>
              <a:t>Extend context</a:t>
            </a:r>
            <a:endParaRPr sz="24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2400">
                <a:solidFill>
                  <a:srgbClr val="1C2B33"/>
                </a:solidFill>
              </a:rPr>
              <a:t>Resolve review findings</a:t>
            </a:r>
            <a:endParaRPr sz="2400">
              <a:solidFill>
                <a:srgbClr val="1C2B33"/>
              </a:solidFill>
            </a:endParaRPr>
          </a:p>
        </p:txBody>
      </p:sp>
      <p:sp>
        <p:nvSpPr>
          <p:cNvPr id="559" name="Google Shape;559;p98"/>
          <p:cNvSpPr/>
          <p:nvPr/>
        </p:nvSpPr>
        <p:spPr>
          <a:xfrm>
            <a:off x="889000" y="8191500"/>
            <a:ext cx="16509900" cy="1016100"/>
          </a:xfrm>
          <a:prstGeom prst="roundRect">
            <a:avLst>
              <a:gd fmla="val 16667" name="adj"/>
            </a:avLst>
          </a:prstGeom>
          <a:solidFill>
            <a:srgbClr val="EAF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560" name="Google Shape;560;p98"/>
          <p:cNvSpPr txBox="1"/>
          <p:nvPr/>
        </p:nvSpPr>
        <p:spPr>
          <a:xfrm>
            <a:off x="1117600" y="8382000"/>
            <a:ext cx="160020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668E1"/>
                </a:solidFill>
              </a:rPr>
              <a:t>A shared workflow runs checks, fixes, and revalidation without repeated prompts.</a:t>
            </a:r>
            <a:endParaRPr b="1" sz="2400">
              <a:solidFill>
                <a:srgbClr val="0668E1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668E1"/>
                </a:solidFill>
              </a:rPr>
              <a:t>Less supervision per task leaves more attention for hard issues and parallel work.</a:t>
            </a:r>
            <a:endParaRPr b="1" sz="2400">
              <a:solidFill>
                <a:srgbClr val="0668E1"/>
              </a:solidFill>
            </a:endParaRPr>
          </a:p>
        </p:txBody>
      </p:sp>
      <p:sp>
        <p:nvSpPr>
          <p:cNvPr id="561" name="Google Shape;561;p98"/>
          <p:cNvSpPr txBox="1"/>
          <p:nvPr/>
        </p:nvSpPr>
        <p:spPr>
          <a:xfrm>
            <a:off x="889000" y="9550400"/>
            <a:ext cx="139701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600">
                <a:solidFill>
                  <a:srgbClr val="0668E1"/>
                </a:solidFill>
              </a:rPr>
              <a:t>CUSTOM TASKOPS  /  2</a:t>
            </a:r>
            <a:endParaRPr sz="1600">
              <a:solidFill>
                <a:srgbClr val="0668E1"/>
              </a:solidFill>
            </a:endParaRPr>
          </a:p>
        </p:txBody>
      </p:sp>
      <p:cxnSp>
        <p:nvCxnSpPr>
          <p:cNvPr id="562" name="Google Shape;562;p98"/>
          <p:cNvCxnSpPr/>
          <p:nvPr/>
        </p:nvCxnSpPr>
        <p:spPr>
          <a:xfrm>
            <a:off x="8915400" y="5588000"/>
            <a:ext cx="457200" cy="0"/>
          </a:xfrm>
          <a:prstGeom prst="straightConnector1">
            <a:avLst/>
          </a:prstGeom>
          <a:noFill/>
          <a:ln cap="flat" cmpd="sng" w="12700">
            <a:solidFill>
              <a:srgbClr val="0668E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99"/>
          <p:cNvSpPr txBox="1"/>
          <p:nvPr>
            <p:ph type="title"/>
          </p:nvPr>
        </p:nvSpPr>
        <p:spPr>
          <a:xfrm>
            <a:off x="889000" y="825500"/>
            <a:ext cx="16509900" cy="16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200">
                <a:solidFill>
                  <a:srgbClr val="1C2B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4200">
              <a:solidFill>
                <a:srgbClr val="1C2B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99"/>
          <p:cNvSpPr txBox="1"/>
          <p:nvPr>
            <p:ph idx="1" type="body"/>
          </p:nvPr>
        </p:nvSpPr>
        <p:spPr>
          <a:xfrm>
            <a:off x="889000" y="2730500"/>
            <a:ext cx="16509900" cy="584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>
                <a:solidFill>
                  <a:srgbClr val="1C2B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3200">
              <a:solidFill>
                <a:srgbClr val="1C2B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99"/>
          <p:cNvSpPr txBox="1"/>
          <p:nvPr/>
        </p:nvSpPr>
        <p:spPr>
          <a:xfrm>
            <a:off x="889000" y="698500"/>
            <a:ext cx="165099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4200">
                <a:solidFill>
                  <a:srgbClr val="1C2B33"/>
                </a:solidFill>
              </a:rPr>
              <a:t>One workflow, from request to validated commit</a:t>
            </a:r>
            <a:endParaRPr b="1" sz="4200">
              <a:solidFill>
                <a:srgbClr val="1C2B33"/>
              </a:solidFill>
            </a:endParaRPr>
          </a:p>
        </p:txBody>
      </p:sp>
      <p:cxnSp>
        <p:nvCxnSpPr>
          <p:cNvPr id="570" name="Google Shape;570;p99"/>
          <p:cNvCxnSpPr/>
          <p:nvPr/>
        </p:nvCxnSpPr>
        <p:spPr>
          <a:xfrm>
            <a:off x="1463548" y="6032500"/>
            <a:ext cx="267600" cy="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1" name="Google Shape;571;p99"/>
          <p:cNvCxnSpPr/>
          <p:nvPr/>
        </p:nvCxnSpPr>
        <p:spPr>
          <a:xfrm rot="10800000">
            <a:off x="1384300" y="3655102"/>
            <a:ext cx="0" cy="205050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99"/>
          <p:cNvCxnSpPr/>
          <p:nvPr/>
        </p:nvCxnSpPr>
        <p:spPr>
          <a:xfrm>
            <a:off x="1384300" y="3655060"/>
            <a:ext cx="346800" cy="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3" name="Google Shape;573;p99"/>
          <p:cNvCxnSpPr/>
          <p:nvPr/>
        </p:nvCxnSpPr>
        <p:spPr>
          <a:xfrm>
            <a:off x="3266440" y="3655060"/>
            <a:ext cx="346800" cy="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4" name="Google Shape;574;p99"/>
          <p:cNvCxnSpPr/>
          <p:nvPr/>
        </p:nvCxnSpPr>
        <p:spPr>
          <a:xfrm>
            <a:off x="4276852" y="4051300"/>
            <a:ext cx="0" cy="148590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5" name="Google Shape;575;p99"/>
          <p:cNvSpPr txBox="1"/>
          <p:nvPr/>
        </p:nvSpPr>
        <p:spPr>
          <a:xfrm>
            <a:off x="4356100" y="4893310"/>
            <a:ext cx="14364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070">
                <a:solidFill>
                  <a:srgbClr val="64748B"/>
                </a:solidFill>
              </a:rPr>
              <a:t>create</a:t>
            </a:r>
            <a:endParaRPr sz="1070">
              <a:solidFill>
                <a:srgbClr val="64748B"/>
              </a:solidFill>
            </a:endParaRPr>
          </a:p>
        </p:txBody>
      </p:sp>
      <p:cxnSp>
        <p:nvCxnSpPr>
          <p:cNvPr id="576" name="Google Shape;576;p99"/>
          <p:cNvCxnSpPr/>
          <p:nvPr/>
        </p:nvCxnSpPr>
        <p:spPr>
          <a:xfrm>
            <a:off x="5148580" y="3655060"/>
            <a:ext cx="297300" cy="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99"/>
          <p:cNvCxnSpPr/>
          <p:nvPr/>
        </p:nvCxnSpPr>
        <p:spPr>
          <a:xfrm rot="10800000">
            <a:off x="5445760" y="2862460"/>
            <a:ext cx="0" cy="79260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99"/>
          <p:cNvCxnSpPr/>
          <p:nvPr/>
        </p:nvCxnSpPr>
        <p:spPr>
          <a:xfrm>
            <a:off x="5445760" y="2862580"/>
            <a:ext cx="11213700" cy="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99"/>
          <p:cNvCxnSpPr/>
          <p:nvPr/>
        </p:nvCxnSpPr>
        <p:spPr>
          <a:xfrm>
            <a:off x="16659352" y="2862580"/>
            <a:ext cx="0" cy="284310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0" name="Google Shape;580;p99"/>
          <p:cNvSpPr txBox="1"/>
          <p:nvPr/>
        </p:nvSpPr>
        <p:spPr>
          <a:xfrm>
            <a:off x="10101580" y="2565400"/>
            <a:ext cx="14364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070">
                <a:solidFill>
                  <a:srgbClr val="64748B"/>
                </a:solidFill>
              </a:rPr>
              <a:t>proposals only</a:t>
            </a:r>
            <a:endParaRPr sz="1070">
              <a:solidFill>
                <a:srgbClr val="64748B"/>
              </a:solidFill>
            </a:endParaRPr>
          </a:p>
        </p:txBody>
      </p:sp>
      <p:cxnSp>
        <p:nvCxnSpPr>
          <p:cNvPr id="581" name="Google Shape;581;p99"/>
          <p:cNvCxnSpPr/>
          <p:nvPr/>
        </p:nvCxnSpPr>
        <p:spPr>
          <a:xfrm>
            <a:off x="3266440" y="6032500"/>
            <a:ext cx="346800" cy="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2" name="Google Shape;582;p99"/>
          <p:cNvCxnSpPr/>
          <p:nvPr/>
        </p:nvCxnSpPr>
        <p:spPr>
          <a:xfrm>
            <a:off x="4950460" y="5834380"/>
            <a:ext cx="445800" cy="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99"/>
          <p:cNvCxnSpPr/>
          <p:nvPr/>
        </p:nvCxnSpPr>
        <p:spPr>
          <a:xfrm rot="10800000">
            <a:off x="5396230" y="4695280"/>
            <a:ext cx="0" cy="113910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99"/>
          <p:cNvCxnSpPr/>
          <p:nvPr/>
        </p:nvCxnSpPr>
        <p:spPr>
          <a:xfrm>
            <a:off x="5396230" y="4695190"/>
            <a:ext cx="495300" cy="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5" name="Google Shape;585;p99"/>
          <p:cNvSpPr txBox="1"/>
          <p:nvPr/>
        </p:nvSpPr>
        <p:spPr>
          <a:xfrm>
            <a:off x="5198110" y="5240020"/>
            <a:ext cx="14364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070">
                <a:solidFill>
                  <a:srgbClr val="64748B"/>
                </a:solidFill>
              </a:rPr>
              <a:t>research needed</a:t>
            </a:r>
            <a:endParaRPr sz="1070">
              <a:solidFill>
                <a:srgbClr val="64748B"/>
              </a:solidFill>
            </a:endParaRPr>
          </a:p>
        </p:txBody>
      </p:sp>
      <p:cxnSp>
        <p:nvCxnSpPr>
          <p:cNvPr id="586" name="Google Shape;586;p99"/>
          <p:cNvCxnSpPr/>
          <p:nvPr/>
        </p:nvCxnSpPr>
        <p:spPr>
          <a:xfrm>
            <a:off x="4950460" y="6032500"/>
            <a:ext cx="941100" cy="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7" name="Google Shape;587;p99"/>
          <p:cNvSpPr txBox="1"/>
          <p:nvPr/>
        </p:nvSpPr>
        <p:spPr>
          <a:xfrm>
            <a:off x="5138674" y="5735320"/>
            <a:ext cx="14364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070">
                <a:solidFill>
                  <a:srgbClr val="64748B"/>
                </a:solidFill>
              </a:rPr>
              <a:t>direct</a:t>
            </a:r>
            <a:endParaRPr sz="1070">
              <a:solidFill>
                <a:srgbClr val="64748B"/>
              </a:solidFill>
            </a:endParaRPr>
          </a:p>
        </p:txBody>
      </p:sp>
      <p:cxnSp>
        <p:nvCxnSpPr>
          <p:cNvPr id="588" name="Google Shape;588;p99"/>
          <p:cNvCxnSpPr/>
          <p:nvPr/>
        </p:nvCxnSpPr>
        <p:spPr>
          <a:xfrm>
            <a:off x="6555232" y="5091430"/>
            <a:ext cx="0" cy="44580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9" name="Google Shape;589;p99"/>
          <p:cNvCxnSpPr/>
          <p:nvPr/>
        </p:nvCxnSpPr>
        <p:spPr>
          <a:xfrm>
            <a:off x="7228840" y="6032500"/>
            <a:ext cx="346800" cy="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0" name="Google Shape;590;p99"/>
          <p:cNvCxnSpPr/>
          <p:nvPr/>
        </p:nvCxnSpPr>
        <p:spPr>
          <a:xfrm>
            <a:off x="9061450" y="6032500"/>
            <a:ext cx="247800" cy="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1" name="Google Shape;591;p99"/>
          <p:cNvCxnSpPr/>
          <p:nvPr/>
        </p:nvCxnSpPr>
        <p:spPr>
          <a:xfrm>
            <a:off x="10250170" y="6032500"/>
            <a:ext cx="247800" cy="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2" name="Google Shape;592;p99"/>
          <p:cNvSpPr txBox="1"/>
          <p:nvPr/>
        </p:nvSpPr>
        <p:spPr>
          <a:xfrm>
            <a:off x="10240264" y="5249926"/>
            <a:ext cx="14364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070">
                <a:solidFill>
                  <a:srgbClr val="64748B"/>
                </a:solidFill>
              </a:rPr>
              <a:t>yes</a:t>
            </a:r>
            <a:endParaRPr sz="1070">
              <a:solidFill>
                <a:srgbClr val="64748B"/>
              </a:solidFill>
            </a:endParaRPr>
          </a:p>
        </p:txBody>
      </p:sp>
      <p:cxnSp>
        <p:nvCxnSpPr>
          <p:cNvPr id="593" name="Google Shape;593;p99"/>
          <p:cNvCxnSpPr/>
          <p:nvPr/>
        </p:nvCxnSpPr>
        <p:spPr>
          <a:xfrm rot="10800000">
            <a:off x="7407250" y="7439152"/>
            <a:ext cx="168300" cy="0"/>
          </a:xfrm>
          <a:prstGeom prst="straightConnector1">
            <a:avLst/>
          </a:prstGeom>
          <a:noFill/>
          <a:ln cap="flat" cmpd="sng" w="8250">
            <a:solidFill>
              <a:srgbClr val="A332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99"/>
          <p:cNvCxnSpPr/>
          <p:nvPr/>
        </p:nvCxnSpPr>
        <p:spPr>
          <a:xfrm rot="10800000">
            <a:off x="7407148" y="6379252"/>
            <a:ext cx="0" cy="1059900"/>
          </a:xfrm>
          <a:prstGeom prst="straightConnector1">
            <a:avLst/>
          </a:prstGeom>
          <a:noFill/>
          <a:ln cap="flat" cmpd="sng" w="8250">
            <a:solidFill>
              <a:srgbClr val="A332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99"/>
          <p:cNvCxnSpPr/>
          <p:nvPr/>
        </p:nvCxnSpPr>
        <p:spPr>
          <a:xfrm>
            <a:off x="7407148" y="6379210"/>
            <a:ext cx="168300" cy="0"/>
          </a:xfrm>
          <a:prstGeom prst="straightConnector1">
            <a:avLst/>
          </a:prstGeom>
          <a:noFill/>
          <a:ln cap="flat" cmpd="sng" w="8250">
            <a:solidFill>
              <a:srgbClr val="A3323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6" name="Google Shape;596;p99"/>
          <p:cNvSpPr txBox="1"/>
          <p:nvPr/>
        </p:nvSpPr>
        <p:spPr>
          <a:xfrm>
            <a:off x="6713728" y="7221220"/>
            <a:ext cx="14364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070">
                <a:solidFill>
                  <a:srgbClr val="A33232"/>
                </a:solidFill>
              </a:rPr>
              <a:t>next attempt</a:t>
            </a:r>
            <a:endParaRPr sz="1070">
              <a:solidFill>
                <a:srgbClr val="A33232"/>
              </a:solidFill>
            </a:endParaRPr>
          </a:p>
        </p:txBody>
      </p:sp>
      <p:cxnSp>
        <p:nvCxnSpPr>
          <p:cNvPr id="597" name="Google Shape;597;p99"/>
          <p:cNvCxnSpPr/>
          <p:nvPr/>
        </p:nvCxnSpPr>
        <p:spPr>
          <a:xfrm>
            <a:off x="12033250" y="6032500"/>
            <a:ext cx="247800" cy="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8" name="Google Shape;598;p99"/>
          <p:cNvCxnSpPr/>
          <p:nvPr/>
        </p:nvCxnSpPr>
        <p:spPr>
          <a:xfrm>
            <a:off x="13221970" y="6032500"/>
            <a:ext cx="247800" cy="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9" name="Google Shape;599;p99"/>
          <p:cNvSpPr txBox="1"/>
          <p:nvPr/>
        </p:nvSpPr>
        <p:spPr>
          <a:xfrm>
            <a:off x="13202158" y="5249926"/>
            <a:ext cx="14364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070">
                <a:solidFill>
                  <a:srgbClr val="64748B"/>
                </a:solidFill>
              </a:rPr>
              <a:t>yes</a:t>
            </a:r>
            <a:endParaRPr sz="1070">
              <a:solidFill>
                <a:srgbClr val="64748B"/>
              </a:solidFill>
            </a:endParaRPr>
          </a:p>
        </p:txBody>
      </p:sp>
      <p:cxnSp>
        <p:nvCxnSpPr>
          <p:cNvPr id="600" name="Google Shape;600;p99"/>
          <p:cNvCxnSpPr/>
          <p:nvPr/>
        </p:nvCxnSpPr>
        <p:spPr>
          <a:xfrm>
            <a:off x="14608810" y="6032500"/>
            <a:ext cx="247800" cy="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1" name="Google Shape;601;p99"/>
          <p:cNvSpPr txBox="1"/>
          <p:nvPr/>
        </p:nvSpPr>
        <p:spPr>
          <a:xfrm>
            <a:off x="14410690" y="5249926"/>
            <a:ext cx="14364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070">
                <a:solidFill>
                  <a:srgbClr val="64748B"/>
                </a:solidFill>
              </a:rPr>
              <a:t>yes / N/A</a:t>
            </a:r>
            <a:endParaRPr sz="1070">
              <a:solidFill>
                <a:srgbClr val="64748B"/>
              </a:solidFill>
            </a:endParaRPr>
          </a:p>
        </p:txBody>
      </p:sp>
      <p:cxnSp>
        <p:nvCxnSpPr>
          <p:cNvPr id="602" name="Google Shape;602;p99"/>
          <p:cNvCxnSpPr/>
          <p:nvPr/>
        </p:nvCxnSpPr>
        <p:spPr>
          <a:xfrm>
            <a:off x="12746482" y="6527800"/>
            <a:ext cx="0" cy="396300"/>
          </a:xfrm>
          <a:prstGeom prst="straightConnector1">
            <a:avLst/>
          </a:prstGeom>
          <a:noFill/>
          <a:ln cap="flat" cmpd="sng" w="8250">
            <a:solidFill>
              <a:srgbClr val="A332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99"/>
          <p:cNvCxnSpPr/>
          <p:nvPr/>
        </p:nvCxnSpPr>
        <p:spPr>
          <a:xfrm rot="10800000">
            <a:off x="12132382" y="6924040"/>
            <a:ext cx="614100" cy="0"/>
          </a:xfrm>
          <a:prstGeom prst="straightConnector1">
            <a:avLst/>
          </a:prstGeom>
          <a:noFill/>
          <a:ln cap="flat" cmpd="sng" w="8250">
            <a:solidFill>
              <a:srgbClr val="A332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99"/>
          <p:cNvCxnSpPr/>
          <p:nvPr/>
        </p:nvCxnSpPr>
        <p:spPr>
          <a:xfrm>
            <a:off x="12132310" y="6924040"/>
            <a:ext cx="0" cy="99000"/>
          </a:xfrm>
          <a:prstGeom prst="straightConnector1">
            <a:avLst/>
          </a:prstGeom>
          <a:noFill/>
          <a:ln cap="flat" cmpd="sng" w="8250">
            <a:solidFill>
              <a:srgbClr val="A3323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5" name="Google Shape;605;p99"/>
          <p:cNvSpPr txBox="1"/>
          <p:nvPr/>
        </p:nvSpPr>
        <p:spPr>
          <a:xfrm>
            <a:off x="12845542" y="6597142"/>
            <a:ext cx="14364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070">
                <a:solidFill>
                  <a:srgbClr val="A33232"/>
                </a:solidFill>
              </a:rPr>
              <a:t>needs fixes</a:t>
            </a:r>
            <a:endParaRPr sz="1070">
              <a:solidFill>
                <a:srgbClr val="A33232"/>
              </a:solidFill>
            </a:endParaRPr>
          </a:p>
        </p:txBody>
      </p:sp>
      <p:cxnSp>
        <p:nvCxnSpPr>
          <p:cNvPr id="606" name="Google Shape;606;p99"/>
          <p:cNvCxnSpPr/>
          <p:nvPr/>
        </p:nvCxnSpPr>
        <p:spPr>
          <a:xfrm rot="10800000">
            <a:off x="9061360" y="7439152"/>
            <a:ext cx="2328000" cy="0"/>
          </a:xfrm>
          <a:prstGeom prst="straightConnector1">
            <a:avLst/>
          </a:prstGeom>
          <a:noFill/>
          <a:ln cap="flat" cmpd="sng" w="8250">
            <a:solidFill>
              <a:srgbClr val="A3323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7" name="Google Shape;607;p99"/>
          <p:cNvSpPr txBox="1"/>
          <p:nvPr/>
        </p:nvSpPr>
        <p:spPr>
          <a:xfrm>
            <a:off x="10032238" y="7112254"/>
            <a:ext cx="14364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070">
                <a:solidFill>
                  <a:srgbClr val="A33232"/>
                </a:solidFill>
              </a:rPr>
              <a:t>no: repair</a:t>
            </a:r>
            <a:endParaRPr sz="1070">
              <a:solidFill>
                <a:srgbClr val="A33232"/>
              </a:solidFill>
            </a:endParaRPr>
          </a:p>
        </p:txBody>
      </p:sp>
      <p:cxnSp>
        <p:nvCxnSpPr>
          <p:cNvPr id="608" name="Google Shape;608;p99"/>
          <p:cNvCxnSpPr/>
          <p:nvPr/>
        </p:nvCxnSpPr>
        <p:spPr>
          <a:xfrm>
            <a:off x="12875260" y="7439152"/>
            <a:ext cx="1981200" cy="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9" name="Google Shape;609;p99"/>
          <p:cNvSpPr txBox="1"/>
          <p:nvPr/>
        </p:nvSpPr>
        <p:spPr>
          <a:xfrm>
            <a:off x="14163040" y="7112254"/>
            <a:ext cx="14364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070">
                <a:solidFill>
                  <a:srgbClr val="64748B"/>
                </a:solidFill>
              </a:rPr>
              <a:t>yes</a:t>
            </a:r>
            <a:endParaRPr sz="1070">
              <a:solidFill>
                <a:srgbClr val="64748B"/>
              </a:solidFill>
            </a:endParaRPr>
          </a:p>
        </p:txBody>
      </p:sp>
      <p:cxnSp>
        <p:nvCxnSpPr>
          <p:cNvPr id="610" name="Google Shape;610;p99"/>
          <p:cNvCxnSpPr/>
          <p:nvPr/>
        </p:nvCxnSpPr>
        <p:spPr>
          <a:xfrm>
            <a:off x="16094710" y="6032500"/>
            <a:ext cx="247800" cy="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1" name="Google Shape;611;p99"/>
          <p:cNvCxnSpPr/>
          <p:nvPr/>
        </p:nvCxnSpPr>
        <p:spPr>
          <a:xfrm>
            <a:off x="16094710" y="7439152"/>
            <a:ext cx="564600" cy="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99"/>
          <p:cNvCxnSpPr/>
          <p:nvPr/>
        </p:nvCxnSpPr>
        <p:spPr>
          <a:xfrm rot="10800000">
            <a:off x="16659352" y="6359452"/>
            <a:ext cx="0" cy="1079700"/>
          </a:xfrm>
          <a:prstGeom prst="straightConnector1">
            <a:avLst/>
          </a:prstGeom>
          <a:noFill/>
          <a:ln cap="flat" cmpd="sng" w="8250">
            <a:solidFill>
              <a:srgbClr val="64748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3" name="Google Shape;613;p99"/>
          <p:cNvCxnSpPr/>
          <p:nvPr/>
        </p:nvCxnSpPr>
        <p:spPr>
          <a:xfrm>
            <a:off x="9774682" y="6527800"/>
            <a:ext cx="0" cy="217800"/>
          </a:xfrm>
          <a:prstGeom prst="straightConnector1">
            <a:avLst/>
          </a:prstGeom>
          <a:noFill/>
          <a:ln cap="flat" cmpd="sng" w="8250">
            <a:solidFill>
              <a:srgbClr val="A332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99"/>
          <p:cNvCxnSpPr/>
          <p:nvPr/>
        </p:nvCxnSpPr>
        <p:spPr>
          <a:xfrm>
            <a:off x="9774682" y="6745732"/>
            <a:ext cx="1981200" cy="0"/>
          </a:xfrm>
          <a:prstGeom prst="straightConnector1">
            <a:avLst/>
          </a:prstGeom>
          <a:noFill/>
          <a:ln cap="flat" cmpd="sng" w="8250">
            <a:solidFill>
              <a:srgbClr val="A332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99"/>
          <p:cNvCxnSpPr/>
          <p:nvPr/>
        </p:nvCxnSpPr>
        <p:spPr>
          <a:xfrm>
            <a:off x="11755882" y="6745732"/>
            <a:ext cx="0" cy="485400"/>
          </a:xfrm>
          <a:prstGeom prst="straightConnector1">
            <a:avLst/>
          </a:prstGeom>
          <a:noFill/>
          <a:ln cap="flat" cmpd="sng" w="8250">
            <a:solidFill>
              <a:srgbClr val="A3323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6" name="Google Shape;616;p99"/>
          <p:cNvSpPr txBox="1"/>
          <p:nvPr/>
        </p:nvSpPr>
        <p:spPr>
          <a:xfrm>
            <a:off x="9853930" y="6507988"/>
            <a:ext cx="14364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070">
                <a:solidFill>
                  <a:srgbClr val="A33232"/>
                </a:solidFill>
              </a:rPr>
              <a:t>no</a:t>
            </a:r>
            <a:endParaRPr sz="1070">
              <a:solidFill>
                <a:srgbClr val="A33232"/>
              </a:solidFill>
            </a:endParaRPr>
          </a:p>
        </p:txBody>
      </p:sp>
      <p:cxnSp>
        <p:nvCxnSpPr>
          <p:cNvPr id="617" name="Google Shape;617;p99"/>
          <p:cNvCxnSpPr/>
          <p:nvPr/>
        </p:nvCxnSpPr>
        <p:spPr>
          <a:xfrm>
            <a:off x="14034262" y="6527800"/>
            <a:ext cx="0" cy="852000"/>
          </a:xfrm>
          <a:prstGeom prst="straightConnector1">
            <a:avLst/>
          </a:prstGeom>
          <a:noFill/>
          <a:ln cap="flat" cmpd="sng" w="8250">
            <a:solidFill>
              <a:srgbClr val="A332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99"/>
          <p:cNvCxnSpPr/>
          <p:nvPr/>
        </p:nvCxnSpPr>
        <p:spPr>
          <a:xfrm>
            <a:off x="14034262" y="7498588"/>
            <a:ext cx="0" cy="663600"/>
          </a:xfrm>
          <a:prstGeom prst="straightConnector1">
            <a:avLst/>
          </a:prstGeom>
          <a:noFill/>
          <a:ln cap="flat" cmpd="sng" w="8250">
            <a:solidFill>
              <a:srgbClr val="A332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99"/>
          <p:cNvCxnSpPr/>
          <p:nvPr/>
        </p:nvCxnSpPr>
        <p:spPr>
          <a:xfrm rot="10800000">
            <a:off x="12132262" y="8162290"/>
            <a:ext cx="1902000" cy="0"/>
          </a:xfrm>
          <a:prstGeom prst="straightConnector1">
            <a:avLst/>
          </a:prstGeom>
          <a:noFill/>
          <a:ln cap="flat" cmpd="sng" w="8250">
            <a:solidFill>
              <a:srgbClr val="A332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99"/>
          <p:cNvCxnSpPr/>
          <p:nvPr/>
        </p:nvCxnSpPr>
        <p:spPr>
          <a:xfrm rot="10800000">
            <a:off x="12132310" y="7864990"/>
            <a:ext cx="0" cy="297300"/>
          </a:xfrm>
          <a:prstGeom prst="straightConnector1">
            <a:avLst/>
          </a:prstGeom>
          <a:noFill/>
          <a:ln cap="flat" cmpd="sng" w="8250">
            <a:solidFill>
              <a:srgbClr val="A3323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1" name="Google Shape;621;p99"/>
          <p:cNvSpPr txBox="1"/>
          <p:nvPr/>
        </p:nvSpPr>
        <p:spPr>
          <a:xfrm>
            <a:off x="12578080" y="8231632"/>
            <a:ext cx="14364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070">
                <a:solidFill>
                  <a:srgbClr val="A33232"/>
                </a:solidFill>
              </a:rPr>
              <a:t>no: revise</a:t>
            </a:r>
            <a:endParaRPr sz="1070">
              <a:solidFill>
                <a:srgbClr val="A33232"/>
              </a:solidFill>
            </a:endParaRPr>
          </a:p>
        </p:txBody>
      </p:sp>
      <p:sp>
        <p:nvSpPr>
          <p:cNvPr id="622" name="Google Shape;622;p99"/>
          <p:cNvSpPr/>
          <p:nvPr/>
        </p:nvSpPr>
        <p:spPr>
          <a:xfrm>
            <a:off x="889000" y="5705602"/>
            <a:ext cx="574500" cy="653700"/>
          </a:xfrm>
          <a:prstGeom prst="ellipse">
            <a:avLst/>
          </a:prstGeom>
          <a:solidFill>
            <a:srgbClr val="D1E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623" name="Google Shape;623;p99"/>
          <p:cNvSpPr txBox="1"/>
          <p:nvPr/>
        </p:nvSpPr>
        <p:spPr>
          <a:xfrm>
            <a:off x="908812" y="5930468"/>
            <a:ext cx="5349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99">
                <a:solidFill>
                  <a:srgbClr val="1C2B33"/>
                </a:solidFill>
              </a:rPr>
              <a:t>Start</a:t>
            </a:r>
            <a:endParaRPr sz="899">
              <a:solidFill>
                <a:srgbClr val="1C2B33"/>
              </a:solidFill>
            </a:endParaRPr>
          </a:p>
        </p:txBody>
      </p:sp>
      <p:sp>
        <p:nvSpPr>
          <p:cNvPr id="624" name="Google Shape;624;p99"/>
          <p:cNvSpPr/>
          <p:nvPr/>
        </p:nvSpPr>
        <p:spPr>
          <a:xfrm>
            <a:off x="1731010" y="5537200"/>
            <a:ext cx="1535400" cy="990600"/>
          </a:xfrm>
          <a:prstGeom prst="roundRect">
            <a:avLst>
              <a:gd fmla="val 16667" name="adj"/>
            </a:avLst>
          </a:prstGeom>
          <a:solidFill>
            <a:srgbClr val="E0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625" name="Google Shape;625;p99"/>
          <p:cNvSpPr txBox="1"/>
          <p:nvPr/>
        </p:nvSpPr>
        <p:spPr>
          <a:xfrm>
            <a:off x="1750822" y="5774449"/>
            <a:ext cx="14958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Create · Ease</a:t>
            </a:r>
            <a:endParaRPr sz="1048">
              <a:solidFill>
                <a:srgbClr val="1C2B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Harden · Context</a:t>
            </a:r>
            <a:endParaRPr sz="1048">
              <a:solidFill>
                <a:srgbClr val="1C2B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Quality fix</a:t>
            </a:r>
            <a:endParaRPr sz="1048">
              <a:solidFill>
                <a:srgbClr val="1C2B33"/>
              </a:solidFill>
            </a:endParaRPr>
          </a:p>
        </p:txBody>
      </p:sp>
      <p:sp>
        <p:nvSpPr>
          <p:cNvPr id="626" name="Google Shape;626;p99"/>
          <p:cNvSpPr/>
          <p:nvPr/>
        </p:nvSpPr>
        <p:spPr>
          <a:xfrm>
            <a:off x="1731010" y="3258820"/>
            <a:ext cx="1535400" cy="792600"/>
          </a:xfrm>
          <a:prstGeom prst="roundRect">
            <a:avLst>
              <a:gd fmla="val 16667" name="adj"/>
            </a:avLst>
          </a:prstGeom>
          <a:solidFill>
            <a:srgbClr val="E0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627" name="Google Shape;627;p99"/>
          <p:cNvSpPr txBox="1"/>
          <p:nvPr/>
        </p:nvSpPr>
        <p:spPr>
          <a:xfrm>
            <a:off x="1750822" y="3469818"/>
            <a:ext cx="1495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Ideation</a:t>
            </a:r>
            <a:endParaRPr sz="1048">
              <a:solidFill>
                <a:srgbClr val="1C2B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Research proposals</a:t>
            </a:r>
            <a:endParaRPr sz="1048">
              <a:solidFill>
                <a:srgbClr val="1C2B33"/>
              </a:solidFill>
            </a:endParaRPr>
          </a:p>
        </p:txBody>
      </p:sp>
      <p:sp>
        <p:nvSpPr>
          <p:cNvPr id="628" name="Google Shape;628;p99"/>
          <p:cNvSpPr/>
          <p:nvPr/>
        </p:nvSpPr>
        <p:spPr>
          <a:xfrm>
            <a:off x="3613150" y="3258820"/>
            <a:ext cx="1535400" cy="792600"/>
          </a:xfrm>
          <a:prstGeom prst="roundRect">
            <a:avLst>
              <a:gd fmla="val 16667" name="adj"/>
            </a:avLst>
          </a:prstGeom>
          <a:solidFill>
            <a:srgbClr val="D1E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629" name="Google Shape;629;p99"/>
          <p:cNvSpPr txBox="1"/>
          <p:nvPr/>
        </p:nvSpPr>
        <p:spPr>
          <a:xfrm>
            <a:off x="3632962" y="3449015"/>
            <a:ext cx="1495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98">
                <a:solidFill>
                  <a:srgbClr val="1C2B33"/>
                </a:solidFill>
              </a:rPr>
              <a:t>Rank / combine</a:t>
            </a:r>
            <a:endParaRPr sz="1198">
              <a:solidFill>
                <a:srgbClr val="1C2B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98">
                <a:solidFill>
                  <a:srgbClr val="1C2B33"/>
                </a:solidFill>
              </a:rPr>
              <a:t>Select proposals</a:t>
            </a:r>
            <a:endParaRPr sz="1198">
              <a:solidFill>
                <a:srgbClr val="1C2B33"/>
              </a:solidFill>
            </a:endParaRPr>
          </a:p>
        </p:txBody>
      </p:sp>
      <p:sp>
        <p:nvSpPr>
          <p:cNvPr id="630" name="Google Shape;630;p99"/>
          <p:cNvSpPr/>
          <p:nvPr/>
        </p:nvSpPr>
        <p:spPr>
          <a:xfrm>
            <a:off x="3613150" y="5537200"/>
            <a:ext cx="1337400" cy="990600"/>
          </a:xfrm>
          <a:prstGeom prst="roundRect">
            <a:avLst>
              <a:gd fmla="val 16667" name="adj"/>
            </a:avLst>
          </a:prstGeom>
          <a:solidFill>
            <a:srgbClr val="FEDF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631" name="Google Shape;631;p99"/>
          <p:cNvSpPr txBox="1"/>
          <p:nvPr/>
        </p:nvSpPr>
        <p:spPr>
          <a:xfrm>
            <a:off x="3632962" y="5826455"/>
            <a:ext cx="1297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98">
                <a:solidFill>
                  <a:srgbClr val="1C2B33"/>
                </a:solidFill>
              </a:rPr>
              <a:t>Inspect task</a:t>
            </a:r>
            <a:endParaRPr sz="1198">
              <a:solidFill>
                <a:srgbClr val="1C2B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98">
                <a:solidFill>
                  <a:srgbClr val="1C2B33"/>
                </a:solidFill>
              </a:rPr>
              <a:t>Choose approach</a:t>
            </a:r>
            <a:endParaRPr sz="1198">
              <a:solidFill>
                <a:srgbClr val="1C2B33"/>
              </a:solidFill>
            </a:endParaRPr>
          </a:p>
        </p:txBody>
      </p:sp>
      <p:sp>
        <p:nvSpPr>
          <p:cNvPr id="632" name="Google Shape;632;p99"/>
          <p:cNvSpPr/>
          <p:nvPr/>
        </p:nvSpPr>
        <p:spPr>
          <a:xfrm>
            <a:off x="5891530" y="4298950"/>
            <a:ext cx="1337400" cy="792600"/>
          </a:xfrm>
          <a:prstGeom prst="roundRect">
            <a:avLst>
              <a:gd fmla="val 16667" name="adj"/>
            </a:avLst>
          </a:prstGeom>
          <a:solidFill>
            <a:srgbClr val="D1FA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633" name="Google Shape;633;p99"/>
          <p:cNvSpPr txBox="1"/>
          <p:nvPr/>
        </p:nvSpPr>
        <p:spPr>
          <a:xfrm>
            <a:off x="5911342" y="4437139"/>
            <a:ext cx="12978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Research</a:t>
            </a:r>
            <a:endParaRPr sz="1048">
              <a:solidFill>
                <a:srgbClr val="1C2B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subagent</a:t>
            </a:r>
            <a:endParaRPr sz="1048">
              <a:solidFill>
                <a:srgbClr val="1C2B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Evidence brief</a:t>
            </a:r>
            <a:endParaRPr sz="1048">
              <a:solidFill>
                <a:srgbClr val="1C2B33"/>
              </a:solidFill>
            </a:endParaRPr>
          </a:p>
        </p:txBody>
      </p:sp>
      <p:sp>
        <p:nvSpPr>
          <p:cNvPr id="634" name="Google Shape;634;p99"/>
          <p:cNvSpPr/>
          <p:nvPr/>
        </p:nvSpPr>
        <p:spPr>
          <a:xfrm>
            <a:off x="5891530" y="5537200"/>
            <a:ext cx="1337400" cy="990600"/>
          </a:xfrm>
          <a:prstGeom prst="roundRect">
            <a:avLst>
              <a:gd fmla="val 16667" name="adj"/>
            </a:avLst>
          </a:prstGeom>
          <a:solidFill>
            <a:srgbClr val="FEDF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635" name="Google Shape;635;p99"/>
          <p:cNvSpPr txBox="1"/>
          <p:nvPr/>
        </p:nvSpPr>
        <p:spPr>
          <a:xfrm>
            <a:off x="5911342" y="5826455"/>
            <a:ext cx="1297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98">
                <a:solidFill>
                  <a:srgbClr val="1C2B33"/>
                </a:solidFill>
              </a:rPr>
              <a:t>One coherent</a:t>
            </a:r>
            <a:endParaRPr sz="1198">
              <a:solidFill>
                <a:srgbClr val="1C2B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98">
                <a:solidFill>
                  <a:srgbClr val="1C2B33"/>
                </a:solidFill>
              </a:rPr>
              <a:t>change batch</a:t>
            </a:r>
            <a:endParaRPr sz="1198">
              <a:solidFill>
                <a:srgbClr val="1C2B33"/>
              </a:solidFill>
            </a:endParaRPr>
          </a:p>
        </p:txBody>
      </p:sp>
      <p:sp>
        <p:nvSpPr>
          <p:cNvPr id="636" name="Google Shape;636;p99"/>
          <p:cNvSpPr/>
          <p:nvPr/>
        </p:nvSpPr>
        <p:spPr>
          <a:xfrm>
            <a:off x="7575550" y="5537200"/>
            <a:ext cx="1485900" cy="990600"/>
          </a:xfrm>
          <a:prstGeom prst="roundRect">
            <a:avLst>
              <a:gd fmla="val 16667" name="adj"/>
            </a:avLst>
          </a:prstGeom>
          <a:solidFill>
            <a:srgbClr val="E9D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637" name="Google Shape;637;p99"/>
          <p:cNvSpPr txBox="1"/>
          <p:nvPr/>
        </p:nvSpPr>
        <p:spPr>
          <a:xfrm>
            <a:off x="7595362" y="5701640"/>
            <a:ext cx="1446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Attempt 1–3</a:t>
            </a:r>
            <a:endParaRPr sz="1048">
              <a:solidFill>
                <a:srgbClr val="1C2B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Sanity check</a:t>
            </a:r>
            <a:endParaRPr sz="1048">
              <a:solidFill>
                <a:srgbClr val="1C2B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Pristine / oracle</a:t>
            </a:r>
            <a:endParaRPr sz="1048">
              <a:solidFill>
                <a:srgbClr val="1C2B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Task + README</a:t>
            </a:r>
            <a:endParaRPr sz="1048">
              <a:solidFill>
                <a:srgbClr val="1C2B33"/>
              </a:solidFill>
            </a:endParaRPr>
          </a:p>
        </p:txBody>
      </p:sp>
      <p:sp>
        <p:nvSpPr>
          <p:cNvPr id="638" name="Google Shape;638;p99"/>
          <p:cNvSpPr/>
          <p:nvPr/>
        </p:nvSpPr>
        <p:spPr>
          <a:xfrm>
            <a:off x="9309100" y="5537200"/>
            <a:ext cx="941100" cy="990600"/>
          </a:xfrm>
          <a:prstGeom prst="diamond">
            <a:avLst/>
          </a:prstGeom>
          <a:solidFill>
            <a:srgbClr val="F4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639" name="Google Shape;639;p99"/>
          <p:cNvSpPr txBox="1"/>
          <p:nvPr/>
        </p:nvSpPr>
        <p:spPr>
          <a:xfrm>
            <a:off x="9328912" y="5847258"/>
            <a:ext cx="9015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Sanity</a:t>
            </a:r>
            <a:endParaRPr sz="1048">
              <a:solidFill>
                <a:srgbClr val="1C2B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passes?</a:t>
            </a:r>
            <a:endParaRPr sz="1048">
              <a:solidFill>
                <a:srgbClr val="1C2B33"/>
              </a:solidFill>
            </a:endParaRPr>
          </a:p>
        </p:txBody>
      </p:sp>
      <p:sp>
        <p:nvSpPr>
          <p:cNvPr id="640" name="Google Shape;640;p99"/>
          <p:cNvSpPr/>
          <p:nvPr/>
        </p:nvSpPr>
        <p:spPr>
          <a:xfrm>
            <a:off x="10497820" y="5537200"/>
            <a:ext cx="1535400" cy="990600"/>
          </a:xfrm>
          <a:prstGeom prst="roundRect">
            <a:avLst>
              <a:gd fmla="val 16667" name="adj"/>
            </a:avLst>
          </a:prstGeom>
          <a:solidFill>
            <a:srgbClr val="D1FA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641" name="Google Shape;641;p99"/>
          <p:cNvSpPr txBox="1"/>
          <p:nvPr/>
        </p:nvSpPr>
        <p:spPr>
          <a:xfrm>
            <a:off x="10517632" y="5774449"/>
            <a:ext cx="14958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Independent</a:t>
            </a:r>
            <a:endParaRPr sz="1048">
              <a:solidFill>
                <a:srgbClr val="1C2B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review</a:t>
            </a:r>
            <a:endParaRPr sz="1048">
              <a:solidFill>
                <a:srgbClr val="1C2B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Official checklist</a:t>
            </a:r>
            <a:endParaRPr sz="1048">
              <a:solidFill>
                <a:srgbClr val="1C2B33"/>
              </a:solidFill>
            </a:endParaRPr>
          </a:p>
        </p:txBody>
      </p:sp>
      <p:sp>
        <p:nvSpPr>
          <p:cNvPr id="642" name="Google Shape;642;p99"/>
          <p:cNvSpPr/>
          <p:nvPr/>
        </p:nvSpPr>
        <p:spPr>
          <a:xfrm>
            <a:off x="12280900" y="5537200"/>
            <a:ext cx="941100" cy="990600"/>
          </a:xfrm>
          <a:prstGeom prst="diamond">
            <a:avLst/>
          </a:prstGeom>
          <a:solidFill>
            <a:srgbClr val="F4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643" name="Google Shape;643;p99"/>
          <p:cNvSpPr txBox="1"/>
          <p:nvPr/>
        </p:nvSpPr>
        <p:spPr>
          <a:xfrm>
            <a:off x="12300712" y="5847258"/>
            <a:ext cx="9015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Review</a:t>
            </a:r>
            <a:endParaRPr sz="1048">
              <a:solidFill>
                <a:srgbClr val="1C2B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passes?</a:t>
            </a:r>
            <a:endParaRPr sz="1048">
              <a:solidFill>
                <a:srgbClr val="1C2B33"/>
              </a:solidFill>
            </a:endParaRPr>
          </a:p>
        </p:txBody>
      </p:sp>
      <p:sp>
        <p:nvSpPr>
          <p:cNvPr id="644" name="Google Shape;644;p99"/>
          <p:cNvSpPr/>
          <p:nvPr/>
        </p:nvSpPr>
        <p:spPr>
          <a:xfrm>
            <a:off x="13469620" y="5537200"/>
            <a:ext cx="1139100" cy="990600"/>
          </a:xfrm>
          <a:prstGeom prst="diamond">
            <a:avLst/>
          </a:prstGeom>
          <a:solidFill>
            <a:srgbClr val="F4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645" name="Google Shape;645;p99"/>
          <p:cNvSpPr txBox="1"/>
          <p:nvPr/>
        </p:nvSpPr>
        <p:spPr>
          <a:xfrm>
            <a:off x="13489432" y="5847258"/>
            <a:ext cx="10995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Trials / metrics</a:t>
            </a:r>
            <a:endParaRPr sz="1048">
              <a:solidFill>
                <a:srgbClr val="1C2B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pass?</a:t>
            </a:r>
            <a:endParaRPr sz="1048">
              <a:solidFill>
                <a:srgbClr val="1C2B33"/>
              </a:solidFill>
            </a:endParaRPr>
          </a:p>
        </p:txBody>
      </p:sp>
      <p:sp>
        <p:nvSpPr>
          <p:cNvPr id="646" name="Google Shape;646;p99"/>
          <p:cNvSpPr/>
          <p:nvPr/>
        </p:nvSpPr>
        <p:spPr>
          <a:xfrm>
            <a:off x="14856460" y="5537200"/>
            <a:ext cx="1238400" cy="990600"/>
          </a:xfrm>
          <a:prstGeom prst="roundRect">
            <a:avLst>
              <a:gd fmla="val 16667" name="adj"/>
            </a:avLst>
          </a:prstGeom>
          <a:solidFill>
            <a:srgbClr val="D1FA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647" name="Google Shape;647;p99"/>
          <p:cNvSpPr txBox="1"/>
          <p:nvPr/>
        </p:nvSpPr>
        <p:spPr>
          <a:xfrm>
            <a:off x="14876272" y="5774449"/>
            <a:ext cx="11985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Commit</a:t>
            </a:r>
            <a:endParaRPr sz="1048">
              <a:solidFill>
                <a:srgbClr val="1C2B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One scoped</a:t>
            </a:r>
            <a:endParaRPr sz="1048">
              <a:solidFill>
                <a:srgbClr val="1C2B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change</a:t>
            </a:r>
            <a:endParaRPr sz="1048">
              <a:solidFill>
                <a:srgbClr val="1C2B33"/>
              </a:solidFill>
            </a:endParaRPr>
          </a:p>
        </p:txBody>
      </p:sp>
      <p:sp>
        <p:nvSpPr>
          <p:cNvPr id="648" name="Google Shape;648;p99"/>
          <p:cNvSpPr/>
          <p:nvPr/>
        </p:nvSpPr>
        <p:spPr>
          <a:xfrm>
            <a:off x="16342360" y="5705602"/>
            <a:ext cx="643800" cy="653700"/>
          </a:xfrm>
          <a:prstGeom prst="ellipse">
            <a:avLst/>
          </a:prstGeom>
          <a:solidFill>
            <a:srgbClr val="D1FA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649" name="Google Shape;649;p99"/>
          <p:cNvSpPr txBox="1"/>
          <p:nvPr/>
        </p:nvSpPr>
        <p:spPr>
          <a:xfrm>
            <a:off x="16362172" y="5920067"/>
            <a:ext cx="60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Done</a:t>
            </a:r>
            <a:endParaRPr sz="1048">
              <a:solidFill>
                <a:srgbClr val="1C2B33"/>
              </a:solidFill>
            </a:endParaRPr>
          </a:p>
        </p:txBody>
      </p:sp>
      <p:sp>
        <p:nvSpPr>
          <p:cNvPr id="650" name="Google Shape;650;p99"/>
          <p:cNvSpPr/>
          <p:nvPr/>
        </p:nvSpPr>
        <p:spPr>
          <a:xfrm>
            <a:off x="7575550" y="7023100"/>
            <a:ext cx="1485900" cy="842100"/>
          </a:xfrm>
          <a:prstGeom prst="roundRect">
            <a:avLst>
              <a:gd fmla="val 16667" name="adj"/>
            </a:avLst>
          </a:prstGeom>
          <a:solidFill>
            <a:srgbClr val="FEDF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651" name="Google Shape;651;p99"/>
          <p:cNvSpPr txBox="1"/>
          <p:nvPr/>
        </p:nvSpPr>
        <p:spPr>
          <a:xfrm>
            <a:off x="7595362" y="7238060"/>
            <a:ext cx="14463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98">
                <a:solidFill>
                  <a:srgbClr val="1C2B33"/>
                </a:solidFill>
              </a:rPr>
              <a:t>Apply fixes</a:t>
            </a:r>
            <a:endParaRPr sz="1198">
              <a:solidFill>
                <a:srgbClr val="1C2B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98">
                <a:solidFill>
                  <a:srgbClr val="1C2B33"/>
                </a:solidFill>
              </a:rPr>
              <a:t>Next candidate</a:t>
            </a:r>
            <a:endParaRPr sz="1198">
              <a:solidFill>
                <a:srgbClr val="1C2B33"/>
              </a:solidFill>
            </a:endParaRPr>
          </a:p>
        </p:txBody>
      </p:sp>
      <p:sp>
        <p:nvSpPr>
          <p:cNvPr id="652" name="Google Shape;652;p99"/>
          <p:cNvSpPr/>
          <p:nvPr/>
        </p:nvSpPr>
        <p:spPr>
          <a:xfrm>
            <a:off x="11389360" y="7023100"/>
            <a:ext cx="1485900" cy="842100"/>
          </a:xfrm>
          <a:prstGeom prst="diamond">
            <a:avLst/>
          </a:prstGeom>
          <a:solidFill>
            <a:srgbClr val="F4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653" name="Google Shape;653;p99"/>
          <p:cNvSpPr txBox="1"/>
          <p:nvPr/>
        </p:nvSpPr>
        <p:spPr>
          <a:xfrm>
            <a:off x="11409172" y="7258863"/>
            <a:ext cx="14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3 attempts</a:t>
            </a:r>
            <a:endParaRPr sz="1048">
              <a:solidFill>
                <a:srgbClr val="1C2B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used?</a:t>
            </a:r>
            <a:endParaRPr sz="1048">
              <a:solidFill>
                <a:srgbClr val="1C2B33"/>
              </a:solidFill>
            </a:endParaRPr>
          </a:p>
        </p:txBody>
      </p:sp>
      <p:sp>
        <p:nvSpPr>
          <p:cNvPr id="654" name="Google Shape;654;p99"/>
          <p:cNvSpPr/>
          <p:nvPr/>
        </p:nvSpPr>
        <p:spPr>
          <a:xfrm>
            <a:off x="14856460" y="7023100"/>
            <a:ext cx="1238400" cy="842100"/>
          </a:xfrm>
          <a:prstGeom prst="roundRect">
            <a:avLst>
              <a:gd fmla="val 16667" name="adj"/>
            </a:avLst>
          </a:prstGeom>
          <a:solidFill>
            <a:srgbClr val="FEE4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655" name="Google Shape;655;p99"/>
          <p:cNvSpPr txBox="1"/>
          <p:nvPr/>
        </p:nvSpPr>
        <p:spPr>
          <a:xfrm>
            <a:off x="14876272" y="7186054"/>
            <a:ext cx="11985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Stop</a:t>
            </a:r>
            <a:endParaRPr sz="1048">
              <a:solidFill>
                <a:srgbClr val="1C2B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uncommitted</a:t>
            </a:r>
            <a:endParaRPr sz="1048">
              <a:solidFill>
                <a:srgbClr val="1C2B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48">
                <a:solidFill>
                  <a:srgbClr val="1C2B33"/>
                </a:solidFill>
              </a:rPr>
              <a:t>Report blockers</a:t>
            </a:r>
            <a:endParaRPr sz="1048">
              <a:solidFill>
                <a:srgbClr val="1C2B33"/>
              </a:solidFill>
            </a:endParaRPr>
          </a:p>
        </p:txBody>
      </p:sp>
      <p:sp>
        <p:nvSpPr>
          <p:cNvPr id="656" name="Google Shape;656;p99"/>
          <p:cNvSpPr txBox="1"/>
          <p:nvPr/>
        </p:nvSpPr>
        <p:spPr>
          <a:xfrm>
            <a:off x="889000" y="2082800"/>
            <a:ext cx="163830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2200">
                <a:solidFill>
                  <a:srgbClr val="0668E1"/>
                </a:solidFill>
              </a:rPr>
              <a:t>Quality review checks the task; model trials measure difficulty before commit.</a:t>
            </a:r>
            <a:endParaRPr b="1" sz="2200">
              <a:solidFill>
                <a:srgbClr val="0668E1"/>
              </a:solidFill>
            </a:endParaRPr>
          </a:p>
        </p:txBody>
      </p:sp>
      <p:sp>
        <p:nvSpPr>
          <p:cNvPr id="657" name="Google Shape;657;p99"/>
          <p:cNvSpPr txBox="1"/>
          <p:nvPr/>
        </p:nvSpPr>
        <p:spPr>
          <a:xfrm>
            <a:off x="889000" y="8636000"/>
            <a:ext cx="163830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2100">
                <a:solidFill>
                  <a:srgbClr val="0668E1"/>
                </a:solidFill>
              </a:rPr>
              <a:t>Every substantive edit → fresh sanity → official review → required measurement → scoped commit.</a:t>
            </a:r>
            <a:endParaRPr b="1" sz="2100">
              <a:solidFill>
                <a:srgbClr val="0668E1"/>
              </a:solidFill>
            </a:endParaRPr>
          </a:p>
        </p:txBody>
      </p:sp>
      <p:sp>
        <p:nvSpPr>
          <p:cNvPr id="658" name="Google Shape;658;p99"/>
          <p:cNvSpPr txBox="1"/>
          <p:nvPr/>
        </p:nvSpPr>
        <p:spPr>
          <a:xfrm>
            <a:off x="889000" y="9550400"/>
            <a:ext cx="139701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600">
                <a:solidFill>
                  <a:srgbClr val="0668E1"/>
                </a:solidFill>
              </a:rPr>
              <a:t>CUSTOM TASKOPS  /  3</a:t>
            </a:r>
            <a:endParaRPr sz="1600">
              <a:solidFill>
                <a:srgbClr val="0668E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00"/>
          <p:cNvSpPr txBox="1"/>
          <p:nvPr>
            <p:ph type="title"/>
          </p:nvPr>
        </p:nvSpPr>
        <p:spPr>
          <a:xfrm>
            <a:off x="889000" y="825500"/>
            <a:ext cx="16509900" cy="16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200">
                <a:solidFill>
                  <a:srgbClr val="1C2B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4200">
              <a:solidFill>
                <a:srgbClr val="1C2B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00"/>
          <p:cNvSpPr txBox="1"/>
          <p:nvPr>
            <p:ph idx="1" type="body"/>
          </p:nvPr>
        </p:nvSpPr>
        <p:spPr>
          <a:xfrm>
            <a:off x="889000" y="2730500"/>
            <a:ext cx="16509900" cy="114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400">
                <a:solidFill>
                  <a:srgbClr val="1C2B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3400">
              <a:solidFill>
                <a:srgbClr val="1C2B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00"/>
          <p:cNvSpPr txBox="1"/>
          <p:nvPr/>
        </p:nvSpPr>
        <p:spPr>
          <a:xfrm>
            <a:off x="889000" y="698500"/>
            <a:ext cx="165099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4200">
                <a:solidFill>
                  <a:srgbClr val="1C2B33"/>
                </a:solidFill>
              </a:rPr>
              <a:t>Example operations and validation loop</a:t>
            </a:r>
            <a:endParaRPr b="1" sz="4200">
              <a:solidFill>
                <a:srgbClr val="1C2B33"/>
              </a:solidFill>
            </a:endParaRPr>
          </a:p>
        </p:txBody>
      </p:sp>
      <p:sp>
        <p:nvSpPr>
          <p:cNvPr id="666" name="Google Shape;666;p100"/>
          <p:cNvSpPr txBox="1"/>
          <p:nvPr/>
        </p:nvSpPr>
        <p:spPr>
          <a:xfrm>
            <a:off x="889000" y="2222500"/>
            <a:ext cx="165099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2800">
                <a:solidFill>
                  <a:srgbClr val="1C2B33"/>
                </a:solidFill>
              </a:rPr>
              <a:t>Different inputs and edits. The same validation and commit rules.</a:t>
            </a:r>
            <a:endParaRPr sz="2800">
              <a:solidFill>
                <a:srgbClr val="1C2B33"/>
              </a:solidFill>
            </a:endParaRPr>
          </a:p>
        </p:txBody>
      </p:sp>
      <p:sp>
        <p:nvSpPr>
          <p:cNvPr id="667" name="Google Shape;667;p100"/>
          <p:cNvSpPr/>
          <p:nvPr/>
        </p:nvSpPr>
        <p:spPr>
          <a:xfrm>
            <a:off x="889000" y="3302000"/>
            <a:ext cx="16509900" cy="571500"/>
          </a:xfrm>
          <a:prstGeom prst="rect">
            <a:avLst/>
          </a:prstGeom>
          <a:solidFill>
            <a:srgbClr val="EAF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668" name="Google Shape;668;p100"/>
          <p:cNvSpPr txBox="1"/>
          <p:nvPr/>
        </p:nvSpPr>
        <p:spPr>
          <a:xfrm>
            <a:off x="1066800" y="3390900"/>
            <a:ext cx="2438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1800">
                <a:solidFill>
                  <a:srgbClr val="0668E1"/>
                </a:solidFill>
              </a:rPr>
              <a:t>ENTRY SKILL</a:t>
            </a:r>
            <a:endParaRPr b="1" sz="1800">
              <a:solidFill>
                <a:srgbClr val="0668E1"/>
              </a:solidFill>
            </a:endParaRPr>
          </a:p>
        </p:txBody>
      </p:sp>
      <p:sp>
        <p:nvSpPr>
          <p:cNvPr id="669" name="Google Shape;669;p100"/>
          <p:cNvSpPr txBox="1"/>
          <p:nvPr/>
        </p:nvSpPr>
        <p:spPr>
          <a:xfrm>
            <a:off x="3860800" y="3390900"/>
            <a:ext cx="26925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1800">
                <a:solidFill>
                  <a:srgbClr val="0668E1"/>
                </a:solidFill>
              </a:rPr>
              <a:t>STARTING POINT</a:t>
            </a:r>
            <a:endParaRPr b="1" sz="1800">
              <a:solidFill>
                <a:srgbClr val="0668E1"/>
              </a:solidFill>
            </a:endParaRPr>
          </a:p>
        </p:txBody>
      </p:sp>
      <p:sp>
        <p:nvSpPr>
          <p:cNvPr id="670" name="Google Shape;670;p100"/>
          <p:cNvSpPr txBox="1"/>
          <p:nvPr/>
        </p:nvSpPr>
        <p:spPr>
          <a:xfrm>
            <a:off x="6908800" y="3390900"/>
            <a:ext cx="61215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1800">
                <a:solidFill>
                  <a:srgbClr val="0668E1"/>
                </a:solidFill>
              </a:rPr>
              <a:t>OPERATION-SPECIFIC WORK</a:t>
            </a:r>
            <a:endParaRPr b="1" sz="1800">
              <a:solidFill>
                <a:srgbClr val="0668E1"/>
              </a:solidFill>
            </a:endParaRPr>
          </a:p>
        </p:txBody>
      </p:sp>
      <p:sp>
        <p:nvSpPr>
          <p:cNvPr id="671" name="Google Shape;671;p100"/>
          <p:cNvSpPr txBox="1"/>
          <p:nvPr/>
        </p:nvSpPr>
        <p:spPr>
          <a:xfrm>
            <a:off x="13385800" y="3390900"/>
            <a:ext cx="38355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1800">
                <a:solidFill>
                  <a:srgbClr val="0668E1"/>
                </a:solidFill>
              </a:rPr>
              <a:t>ADDITIONAL VALIDATION</a:t>
            </a:r>
            <a:endParaRPr b="1" sz="1800">
              <a:solidFill>
                <a:srgbClr val="0668E1"/>
              </a:solidFill>
            </a:endParaRPr>
          </a:p>
        </p:txBody>
      </p:sp>
      <p:sp>
        <p:nvSpPr>
          <p:cNvPr id="672" name="Google Shape;672;p100"/>
          <p:cNvSpPr/>
          <p:nvPr/>
        </p:nvSpPr>
        <p:spPr>
          <a:xfrm>
            <a:off x="889000" y="4000500"/>
            <a:ext cx="16509900" cy="149850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673" name="Google Shape;673;p100"/>
          <p:cNvSpPr txBox="1"/>
          <p:nvPr/>
        </p:nvSpPr>
        <p:spPr>
          <a:xfrm>
            <a:off x="1066800" y="4229100"/>
            <a:ext cx="24384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668E1"/>
                </a:solidFill>
                <a:latin typeface="Roboto Mono"/>
                <a:ea typeface="Roboto Mono"/>
                <a:cs typeface="Roboto Mono"/>
                <a:sym typeface="Roboto Mono"/>
              </a:rPr>
              <a:t>/create-task</a:t>
            </a:r>
            <a:endParaRPr b="1" sz="2100">
              <a:solidFill>
                <a:srgbClr val="0668E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4" name="Google Shape;674;p100"/>
          <p:cNvSpPr txBox="1"/>
          <p:nvPr/>
        </p:nvSpPr>
        <p:spPr>
          <a:xfrm>
            <a:off x="3860800" y="4229100"/>
            <a:ext cx="26925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C2B33"/>
                </a:solidFill>
              </a:rPr>
              <a:t>Idea, or automatic</a:t>
            </a:r>
            <a:endParaRPr sz="22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C2B33"/>
                </a:solidFill>
              </a:rPr>
              <a:t>ideation</a:t>
            </a:r>
            <a:endParaRPr sz="2200">
              <a:solidFill>
                <a:srgbClr val="1C2B33"/>
              </a:solidFill>
            </a:endParaRPr>
          </a:p>
        </p:txBody>
      </p:sp>
      <p:sp>
        <p:nvSpPr>
          <p:cNvPr id="675" name="Google Shape;675;p100"/>
          <p:cNvSpPr txBox="1"/>
          <p:nvPr/>
        </p:nvSpPr>
        <p:spPr>
          <a:xfrm>
            <a:off x="6908800" y="4229100"/>
            <a:ext cx="61215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C2B33"/>
                </a:solidFill>
              </a:rPr>
              <a:t>Scaffold spec, tests,</a:t>
            </a:r>
            <a:endParaRPr sz="22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C2B33"/>
                </a:solidFill>
              </a:rPr>
              <a:t>environment, and oracle;</a:t>
            </a:r>
            <a:endParaRPr sz="22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C2B33"/>
                </a:solidFill>
              </a:rPr>
              <a:t>invoke official README skill.</a:t>
            </a:r>
            <a:endParaRPr sz="2200">
              <a:solidFill>
                <a:srgbClr val="1C2B33"/>
              </a:solidFill>
            </a:endParaRPr>
          </a:p>
        </p:txBody>
      </p:sp>
      <p:sp>
        <p:nvSpPr>
          <p:cNvPr id="676" name="Google Shape;676;p100"/>
          <p:cNvSpPr txBox="1"/>
          <p:nvPr/>
        </p:nvSpPr>
        <p:spPr>
          <a:xfrm>
            <a:off x="13385800" y="4229100"/>
            <a:ext cx="38355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C2B33"/>
                </a:solidFill>
              </a:rPr>
              <a:t>Measurements required</a:t>
            </a:r>
            <a:endParaRPr sz="22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C2B33"/>
                </a:solidFill>
              </a:rPr>
              <a:t>by task/track policy.</a:t>
            </a:r>
            <a:endParaRPr sz="2200">
              <a:solidFill>
                <a:srgbClr val="1C2B33"/>
              </a:solidFill>
            </a:endParaRPr>
          </a:p>
        </p:txBody>
      </p:sp>
      <p:sp>
        <p:nvSpPr>
          <p:cNvPr id="677" name="Google Shape;677;p100"/>
          <p:cNvSpPr/>
          <p:nvPr/>
        </p:nvSpPr>
        <p:spPr>
          <a:xfrm>
            <a:off x="889000" y="5588000"/>
            <a:ext cx="16509900" cy="149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678" name="Google Shape;678;p100"/>
          <p:cNvSpPr txBox="1"/>
          <p:nvPr/>
        </p:nvSpPr>
        <p:spPr>
          <a:xfrm>
            <a:off x="1066800" y="5816600"/>
            <a:ext cx="24384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668E1"/>
                </a:solidFill>
                <a:latin typeface="Roboto Mono"/>
                <a:ea typeface="Roboto Mono"/>
                <a:cs typeface="Roboto Mono"/>
                <a:sym typeface="Roboto Mono"/>
              </a:rPr>
              <a:t>/harden-task</a:t>
            </a:r>
            <a:endParaRPr b="1" sz="2100">
              <a:solidFill>
                <a:srgbClr val="0668E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9" name="Google Shape;679;p100"/>
          <p:cNvSpPr txBox="1"/>
          <p:nvPr/>
        </p:nvSpPr>
        <p:spPr>
          <a:xfrm>
            <a:off x="3860800" y="5816600"/>
            <a:ext cx="26925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C2B33"/>
                </a:solidFill>
              </a:rPr>
              <a:t>Existing valid task</a:t>
            </a:r>
            <a:endParaRPr sz="2200">
              <a:solidFill>
                <a:srgbClr val="1C2B33"/>
              </a:solidFill>
            </a:endParaRPr>
          </a:p>
        </p:txBody>
      </p:sp>
      <p:sp>
        <p:nvSpPr>
          <p:cNvPr id="680" name="Google Shape;680;p100"/>
          <p:cNvSpPr txBox="1"/>
          <p:nvPr/>
        </p:nvSpPr>
        <p:spPr>
          <a:xfrm>
            <a:off x="6908800" y="5816600"/>
            <a:ext cx="61215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C2B33"/>
                </a:solidFill>
              </a:rPr>
              <a:t>Research failure trajectories;</a:t>
            </a:r>
            <a:endParaRPr sz="22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C2B33"/>
                </a:solidFill>
              </a:rPr>
              <a:t>collect baseline trials;</a:t>
            </a:r>
            <a:endParaRPr sz="22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C2B33"/>
                </a:solidFill>
              </a:rPr>
              <a:t>edit difficulty.</a:t>
            </a:r>
            <a:endParaRPr sz="2200">
              <a:solidFill>
                <a:srgbClr val="1C2B33"/>
              </a:solidFill>
            </a:endParaRPr>
          </a:p>
        </p:txBody>
      </p:sp>
      <p:sp>
        <p:nvSpPr>
          <p:cNvPr id="681" name="Google Shape;681;p100"/>
          <p:cNvSpPr txBox="1"/>
          <p:nvPr/>
        </p:nvSpPr>
        <p:spPr>
          <a:xfrm>
            <a:off x="13385800" y="5816600"/>
            <a:ext cx="38355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C2B33"/>
                </a:solidFill>
              </a:rPr>
              <a:t>Five comparable</a:t>
            </a:r>
            <a:endParaRPr sz="22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C2B33"/>
                </a:solidFill>
              </a:rPr>
              <a:t>candidate trials;</a:t>
            </a:r>
            <a:endParaRPr sz="22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C2B33"/>
                </a:solidFill>
              </a:rPr>
              <a:t>meet configured target.</a:t>
            </a:r>
            <a:endParaRPr sz="2200">
              <a:solidFill>
                <a:srgbClr val="1C2B33"/>
              </a:solidFill>
            </a:endParaRPr>
          </a:p>
        </p:txBody>
      </p:sp>
      <p:sp>
        <p:nvSpPr>
          <p:cNvPr id="682" name="Google Shape;682;p100"/>
          <p:cNvSpPr/>
          <p:nvPr/>
        </p:nvSpPr>
        <p:spPr>
          <a:xfrm>
            <a:off x="889000" y="7175500"/>
            <a:ext cx="16509900" cy="149850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683" name="Google Shape;683;p100"/>
          <p:cNvSpPr txBox="1"/>
          <p:nvPr/>
        </p:nvSpPr>
        <p:spPr>
          <a:xfrm>
            <a:off x="1066800" y="7404100"/>
            <a:ext cx="24384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668E1"/>
                </a:solidFill>
                <a:latin typeface="Roboto Mono"/>
                <a:ea typeface="Roboto Mono"/>
                <a:cs typeface="Roboto Mono"/>
                <a:sym typeface="Roboto Mono"/>
              </a:rPr>
              <a:t>/quality-fix</a:t>
            </a:r>
            <a:endParaRPr b="1" sz="2100">
              <a:solidFill>
                <a:srgbClr val="0668E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84" name="Google Shape;684;p100"/>
          <p:cNvSpPr txBox="1"/>
          <p:nvPr/>
        </p:nvSpPr>
        <p:spPr>
          <a:xfrm>
            <a:off x="3860800" y="7404100"/>
            <a:ext cx="26925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C2B33"/>
                </a:solidFill>
              </a:rPr>
              <a:t>Staged task and</a:t>
            </a:r>
            <a:endParaRPr sz="22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C2B33"/>
                </a:solidFill>
              </a:rPr>
              <a:t>review findings</a:t>
            </a:r>
            <a:endParaRPr sz="2200">
              <a:solidFill>
                <a:srgbClr val="1C2B33"/>
              </a:solidFill>
            </a:endParaRPr>
          </a:p>
        </p:txBody>
      </p:sp>
      <p:sp>
        <p:nvSpPr>
          <p:cNvPr id="685" name="Google Shape;685;p100"/>
          <p:cNvSpPr txBox="1"/>
          <p:nvPr/>
        </p:nvSpPr>
        <p:spPr>
          <a:xfrm>
            <a:off x="6908800" y="7404100"/>
            <a:ext cx="61215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C2B33"/>
                </a:solidFill>
              </a:rPr>
              <a:t>Fetch current-commit findings;</a:t>
            </a:r>
            <a:endParaRPr sz="22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C2B33"/>
                </a:solidFill>
              </a:rPr>
              <a:t>repair spec/test alignment,</a:t>
            </a:r>
            <a:endParaRPr sz="22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C2B33"/>
                </a:solidFill>
              </a:rPr>
              <a:t>oracle, or verifier.</a:t>
            </a:r>
            <a:endParaRPr sz="2200">
              <a:solidFill>
                <a:srgbClr val="1C2B33"/>
              </a:solidFill>
            </a:endParaRPr>
          </a:p>
        </p:txBody>
      </p:sp>
      <p:sp>
        <p:nvSpPr>
          <p:cNvPr id="686" name="Google Shape;686;p100"/>
          <p:cNvSpPr txBox="1"/>
          <p:nvPr/>
        </p:nvSpPr>
        <p:spPr>
          <a:xfrm>
            <a:off x="13385800" y="7404100"/>
            <a:ext cx="38355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C2B33"/>
                </a:solidFill>
              </a:rPr>
              <a:t>Difficulty calibration</a:t>
            </a:r>
            <a:endParaRPr sz="22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C2B33"/>
                </a:solidFill>
              </a:rPr>
              <a:t>if repairs include tuning.</a:t>
            </a:r>
            <a:endParaRPr sz="2200">
              <a:solidFill>
                <a:srgbClr val="1C2B33"/>
              </a:solidFill>
            </a:endParaRPr>
          </a:p>
        </p:txBody>
      </p:sp>
      <p:sp>
        <p:nvSpPr>
          <p:cNvPr id="687" name="Google Shape;687;p100"/>
          <p:cNvSpPr txBox="1"/>
          <p:nvPr/>
        </p:nvSpPr>
        <p:spPr>
          <a:xfrm>
            <a:off x="889000" y="8978900"/>
            <a:ext cx="16509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2300">
                <a:solidFill>
                  <a:srgbClr val="0668E1"/>
                </a:solidFill>
              </a:rPr>
              <a:t>All three: sanity → official track review → required measurements → scoped commit.</a:t>
            </a:r>
            <a:endParaRPr b="1" sz="2300">
              <a:solidFill>
                <a:srgbClr val="0668E1"/>
              </a:solidFill>
            </a:endParaRPr>
          </a:p>
        </p:txBody>
      </p:sp>
      <p:sp>
        <p:nvSpPr>
          <p:cNvPr id="688" name="Google Shape;688;p100"/>
          <p:cNvSpPr txBox="1"/>
          <p:nvPr/>
        </p:nvSpPr>
        <p:spPr>
          <a:xfrm>
            <a:off x="889000" y="9550400"/>
            <a:ext cx="139701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600">
                <a:solidFill>
                  <a:srgbClr val="0668E1"/>
                </a:solidFill>
              </a:rPr>
              <a:t>CUSTOM TASKOPS  /  4</a:t>
            </a:r>
            <a:endParaRPr sz="1600">
              <a:solidFill>
                <a:srgbClr val="0668E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01"/>
          <p:cNvSpPr txBox="1"/>
          <p:nvPr>
            <p:ph type="title"/>
          </p:nvPr>
        </p:nvSpPr>
        <p:spPr>
          <a:xfrm>
            <a:off x="889000" y="825500"/>
            <a:ext cx="16509900" cy="16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200">
                <a:solidFill>
                  <a:srgbClr val="1C2B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4200">
              <a:solidFill>
                <a:srgbClr val="1C2B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01"/>
          <p:cNvSpPr txBox="1"/>
          <p:nvPr>
            <p:ph idx="1" type="body"/>
          </p:nvPr>
        </p:nvSpPr>
        <p:spPr>
          <a:xfrm>
            <a:off x="889000" y="2730500"/>
            <a:ext cx="16509900" cy="10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000">
                <a:solidFill>
                  <a:srgbClr val="1C2B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solidFill>
                <a:srgbClr val="1C2B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01"/>
          <p:cNvSpPr txBox="1"/>
          <p:nvPr/>
        </p:nvSpPr>
        <p:spPr>
          <a:xfrm>
            <a:off x="889000" y="698500"/>
            <a:ext cx="165099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4200">
                <a:solidFill>
                  <a:srgbClr val="1C2B33"/>
                </a:solidFill>
              </a:rPr>
              <a:t>Inside the plugin: customize the workflow</a:t>
            </a:r>
            <a:endParaRPr b="1" sz="4200">
              <a:solidFill>
                <a:srgbClr val="1C2B33"/>
              </a:solidFill>
            </a:endParaRPr>
          </a:p>
        </p:txBody>
      </p:sp>
      <p:sp>
        <p:nvSpPr>
          <p:cNvPr id="696" name="Google Shape;696;p101"/>
          <p:cNvSpPr txBox="1"/>
          <p:nvPr/>
        </p:nvSpPr>
        <p:spPr>
          <a:xfrm>
            <a:off x="889000" y="2222500"/>
            <a:ext cx="165099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2700">
                <a:solidFill>
                  <a:srgbClr val="1C2B33"/>
                </a:solidFill>
              </a:rPr>
              <a:t>Shared rules travel with you. Profiles adapt the workflow to each track.</a:t>
            </a:r>
            <a:endParaRPr sz="2700">
              <a:solidFill>
                <a:srgbClr val="1C2B33"/>
              </a:solidFill>
            </a:endParaRPr>
          </a:p>
        </p:txBody>
      </p:sp>
      <p:sp>
        <p:nvSpPr>
          <p:cNvPr id="697" name="Google Shape;697;p101"/>
          <p:cNvSpPr/>
          <p:nvPr/>
        </p:nvSpPr>
        <p:spPr>
          <a:xfrm>
            <a:off x="889000" y="3238500"/>
            <a:ext cx="6032400" cy="4635600"/>
          </a:xfrm>
          <a:prstGeom prst="roundRect">
            <a:avLst>
              <a:gd fmla="val 16667" name="adj"/>
            </a:avLst>
          </a:prstGeom>
          <a:solidFill>
            <a:srgbClr val="F3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698" name="Google Shape;698;p101"/>
          <p:cNvSpPr txBox="1"/>
          <p:nvPr/>
        </p:nvSpPr>
        <p:spPr>
          <a:xfrm>
            <a:off x="1143000" y="3505200"/>
            <a:ext cx="55245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2400">
                <a:solidFill>
                  <a:srgbClr val="0668E1"/>
                </a:solidFill>
              </a:rPr>
              <a:t>A small, editable plugin</a:t>
            </a:r>
            <a:endParaRPr b="1" sz="2400">
              <a:solidFill>
                <a:srgbClr val="0668E1"/>
              </a:solidFill>
            </a:endParaRPr>
          </a:p>
        </p:txBody>
      </p:sp>
      <p:sp>
        <p:nvSpPr>
          <p:cNvPr id="699" name="Google Shape;699;p101"/>
          <p:cNvSpPr txBox="1"/>
          <p:nvPr/>
        </p:nvSpPr>
        <p:spPr>
          <a:xfrm>
            <a:off x="1143000" y="4254500"/>
            <a:ext cx="5524500" cy="29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C2B33"/>
                </a:solidFill>
                <a:latin typeface="Roboto Mono"/>
                <a:ea typeface="Roboto Mono"/>
                <a:cs typeface="Roboto Mono"/>
                <a:sym typeface="Roboto Mono"/>
              </a:rPr>
              <a:t>custom-taskops/</a:t>
            </a:r>
            <a:endParaRPr sz="2000">
              <a:solidFill>
                <a:srgbClr val="1C2B3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C2B33"/>
                </a:solidFill>
                <a:latin typeface="Roboto Mono"/>
                <a:ea typeface="Roboto Mono"/>
                <a:cs typeface="Roboto Mono"/>
                <a:sym typeface="Roboto Mono"/>
              </a:rPr>
              <a:t>├─ .muse-plugin/plugin.json</a:t>
            </a:r>
            <a:endParaRPr sz="2000">
              <a:solidFill>
                <a:srgbClr val="1C2B3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C2B33"/>
                </a:solidFill>
                <a:latin typeface="Roboto Mono"/>
                <a:ea typeface="Roboto Mono"/>
                <a:cs typeface="Roboto Mono"/>
                <a:sym typeface="Roboto Mono"/>
              </a:rPr>
              <a:t>├─ skills/&lt;name&gt;/SKILL.md</a:t>
            </a:r>
            <a:endParaRPr sz="2000">
              <a:solidFill>
                <a:srgbClr val="1C2B3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C2B33"/>
                </a:solidFill>
                <a:latin typeface="Roboto Mono"/>
                <a:ea typeface="Roboto Mono"/>
                <a:cs typeface="Roboto Mono"/>
                <a:sym typeface="Roboto Mono"/>
              </a:rPr>
              <a:t>├─ references/*.md</a:t>
            </a:r>
            <a:endParaRPr sz="2000">
              <a:solidFill>
                <a:srgbClr val="1C2B3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C2B33"/>
                </a:solidFill>
                <a:latin typeface="Roboto Mono"/>
                <a:ea typeface="Roboto Mono"/>
                <a:cs typeface="Roboto Mono"/>
                <a:sym typeface="Roboto Mono"/>
              </a:rPr>
              <a:t>├─ profiles/*.md</a:t>
            </a:r>
            <a:endParaRPr sz="2000">
              <a:solidFill>
                <a:srgbClr val="1C2B3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C2B33"/>
                </a:solidFill>
                <a:latin typeface="Roboto Mono"/>
                <a:ea typeface="Roboto Mono"/>
                <a:cs typeface="Roboto Mono"/>
                <a:sym typeface="Roboto Mono"/>
              </a:rPr>
              <a:t>├─ agents/*.md</a:t>
            </a:r>
            <a:endParaRPr sz="2000">
              <a:solidFill>
                <a:srgbClr val="1C2B3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C2B33"/>
                </a:solidFill>
                <a:latin typeface="Roboto Mono"/>
                <a:ea typeface="Roboto Mono"/>
                <a:cs typeface="Roboto Mono"/>
                <a:sym typeface="Roboto Mono"/>
              </a:rPr>
              <a:t>└─ hooks/task-gate.{sh,py}</a:t>
            </a:r>
            <a:endParaRPr sz="2000">
              <a:solidFill>
                <a:srgbClr val="1C2B3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00" name="Google Shape;700;p101"/>
          <p:cNvSpPr txBox="1"/>
          <p:nvPr/>
        </p:nvSpPr>
        <p:spPr>
          <a:xfrm>
            <a:off x="1143000" y="7213600"/>
            <a:ext cx="546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1800">
                <a:solidFill>
                  <a:srgbClr val="0668E1"/>
                </a:solidFill>
              </a:rPr>
              <a:t>Copy / fork → register → validate → install</a:t>
            </a:r>
            <a:endParaRPr b="1" sz="1800">
              <a:solidFill>
                <a:srgbClr val="0668E1"/>
              </a:solidFill>
            </a:endParaRPr>
          </a:p>
        </p:txBody>
      </p:sp>
      <p:sp>
        <p:nvSpPr>
          <p:cNvPr id="701" name="Google Shape;701;p101"/>
          <p:cNvSpPr/>
          <p:nvPr/>
        </p:nvSpPr>
        <p:spPr>
          <a:xfrm>
            <a:off x="7302500" y="3238500"/>
            <a:ext cx="10096500" cy="1460400"/>
          </a:xfrm>
          <a:prstGeom prst="roundRect">
            <a:avLst>
              <a:gd fmla="val 16667" name="adj"/>
            </a:avLst>
          </a:prstGeom>
          <a:solidFill>
            <a:srgbClr val="EAF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702" name="Google Shape;702;p101"/>
          <p:cNvSpPr txBox="1"/>
          <p:nvPr/>
        </p:nvSpPr>
        <p:spPr>
          <a:xfrm>
            <a:off x="7581900" y="3365500"/>
            <a:ext cx="9537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2600">
                <a:solidFill>
                  <a:srgbClr val="0668E1"/>
                </a:solidFill>
              </a:rPr>
              <a:t>Skills: define the workflow</a:t>
            </a:r>
            <a:endParaRPr b="1" sz="2600">
              <a:solidFill>
                <a:srgbClr val="0668E1"/>
              </a:solidFill>
            </a:endParaRPr>
          </a:p>
        </p:txBody>
      </p:sp>
      <p:sp>
        <p:nvSpPr>
          <p:cNvPr id="703" name="Google Shape;703;p101"/>
          <p:cNvSpPr txBox="1"/>
          <p:nvPr/>
        </p:nvSpPr>
        <p:spPr>
          <a:xfrm>
            <a:off x="7581900" y="3873500"/>
            <a:ext cx="9537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C2B33"/>
                </a:solidFill>
              </a:rPr>
              <a:t>Write steps and skill handoffs in SKILL.md.</a:t>
            </a:r>
            <a:endParaRPr sz="21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C2B33"/>
                </a:solidFill>
              </a:rPr>
              <a:t>create-task: research → scaffold → validate → commit.</a:t>
            </a:r>
            <a:endParaRPr sz="2100">
              <a:solidFill>
                <a:srgbClr val="1C2B33"/>
              </a:solidFill>
            </a:endParaRPr>
          </a:p>
        </p:txBody>
      </p:sp>
      <p:sp>
        <p:nvSpPr>
          <p:cNvPr id="704" name="Google Shape;704;p101"/>
          <p:cNvSpPr/>
          <p:nvPr/>
        </p:nvSpPr>
        <p:spPr>
          <a:xfrm>
            <a:off x="7302500" y="4826000"/>
            <a:ext cx="10096500" cy="1460400"/>
          </a:xfrm>
          <a:prstGeom prst="roundRect">
            <a:avLst>
              <a:gd fmla="val 16667" name="adj"/>
            </a:avLst>
          </a:prstGeom>
          <a:solidFill>
            <a:srgbClr val="F3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705" name="Google Shape;705;p101"/>
          <p:cNvSpPr txBox="1"/>
          <p:nvPr/>
        </p:nvSpPr>
        <p:spPr>
          <a:xfrm>
            <a:off x="7581900" y="4953000"/>
            <a:ext cx="9537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2600">
                <a:solidFill>
                  <a:srgbClr val="0668E1"/>
                </a:solidFill>
              </a:rPr>
              <a:t>References: share the rules</a:t>
            </a:r>
            <a:endParaRPr b="1" sz="2600">
              <a:solidFill>
                <a:srgbClr val="0668E1"/>
              </a:solidFill>
            </a:endParaRPr>
          </a:p>
        </p:txBody>
      </p:sp>
      <p:sp>
        <p:nvSpPr>
          <p:cNvPr id="706" name="Google Shape;706;p101"/>
          <p:cNvSpPr txBox="1"/>
          <p:nvPr/>
        </p:nvSpPr>
        <p:spPr>
          <a:xfrm>
            <a:off x="7581900" y="5461000"/>
            <a:ext cx="9537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C2B33"/>
                </a:solidFill>
              </a:rPr>
              <a:t>Reuse sanity, review, retry, and commit policies.</a:t>
            </a:r>
            <a:endParaRPr sz="21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C2B33"/>
                </a:solidFill>
              </a:rPr>
              <a:t>Change a shared preference once for every operation.</a:t>
            </a:r>
            <a:endParaRPr sz="2100">
              <a:solidFill>
                <a:srgbClr val="1C2B33"/>
              </a:solidFill>
            </a:endParaRPr>
          </a:p>
        </p:txBody>
      </p:sp>
      <p:sp>
        <p:nvSpPr>
          <p:cNvPr id="707" name="Google Shape;707;p101"/>
          <p:cNvSpPr/>
          <p:nvPr/>
        </p:nvSpPr>
        <p:spPr>
          <a:xfrm>
            <a:off x="7302500" y="6413500"/>
            <a:ext cx="10096500" cy="1460400"/>
          </a:xfrm>
          <a:prstGeom prst="roundRect">
            <a:avLst>
              <a:gd fmla="val 16667" name="adj"/>
            </a:avLst>
          </a:prstGeom>
          <a:solidFill>
            <a:srgbClr val="F3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708" name="Google Shape;708;p101"/>
          <p:cNvSpPr txBox="1"/>
          <p:nvPr/>
        </p:nvSpPr>
        <p:spPr>
          <a:xfrm>
            <a:off x="7581900" y="6540500"/>
            <a:ext cx="9537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2600">
                <a:solidFill>
                  <a:srgbClr val="0668E1"/>
                </a:solidFill>
              </a:rPr>
              <a:t>Profiles: adapt each track</a:t>
            </a:r>
            <a:endParaRPr b="1" sz="2600">
              <a:solidFill>
                <a:srgbClr val="0668E1"/>
              </a:solidFill>
            </a:endParaRPr>
          </a:p>
        </p:txBody>
      </p:sp>
      <p:sp>
        <p:nvSpPr>
          <p:cNvPr id="709" name="Google Shape;709;p101"/>
          <p:cNvSpPr txBox="1"/>
          <p:nvPr/>
        </p:nvSpPr>
        <p:spPr>
          <a:xfrm>
            <a:off x="7581900" y="7048500"/>
            <a:ext cx="9537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C2B33"/>
                </a:solidFill>
              </a:rPr>
              <a:t>Set verifier commands and official review routing per track.</a:t>
            </a:r>
            <a:endParaRPr sz="21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C2B33"/>
                </a:solidFill>
              </a:rPr>
              <a:t>Override difficulty / context targets where needed.</a:t>
            </a:r>
            <a:endParaRPr sz="2100">
              <a:solidFill>
                <a:srgbClr val="1C2B33"/>
              </a:solidFill>
            </a:endParaRPr>
          </a:p>
        </p:txBody>
      </p:sp>
      <p:sp>
        <p:nvSpPr>
          <p:cNvPr id="710" name="Google Shape;710;p101"/>
          <p:cNvSpPr txBox="1"/>
          <p:nvPr/>
        </p:nvSpPr>
        <p:spPr>
          <a:xfrm>
            <a:off x="889000" y="8102600"/>
            <a:ext cx="165099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4748B"/>
                </a:solidFill>
              </a:rPr>
              <a:t>agents/: compact research briefs · Task repo AGENTS.md: local commands</a:t>
            </a:r>
            <a:endParaRPr sz="18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800">
                <a:solidFill>
                  <a:srgbClr val="64748B"/>
                </a:solidFill>
              </a:rPr>
              <a:t>hooks/: event scripts; the Stop hook provides quick advisory checks</a:t>
            </a:r>
            <a:endParaRPr sz="1800">
              <a:solidFill>
                <a:srgbClr val="64748B"/>
              </a:solidFill>
            </a:endParaRPr>
          </a:p>
        </p:txBody>
      </p:sp>
      <p:sp>
        <p:nvSpPr>
          <p:cNvPr id="711" name="Google Shape;711;p101"/>
          <p:cNvSpPr txBox="1"/>
          <p:nvPr/>
        </p:nvSpPr>
        <p:spPr>
          <a:xfrm>
            <a:off x="889000" y="9017000"/>
            <a:ext cx="16509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2300">
                <a:solidFill>
                  <a:srgbClr val="0668E1"/>
                </a:solidFill>
              </a:rPr>
              <a:t>Ask AI to edit a skill, shared rule, or track profile to match how you work.</a:t>
            </a:r>
            <a:endParaRPr b="1" sz="2300">
              <a:solidFill>
                <a:srgbClr val="0668E1"/>
              </a:solidFill>
            </a:endParaRPr>
          </a:p>
        </p:txBody>
      </p:sp>
      <p:sp>
        <p:nvSpPr>
          <p:cNvPr id="712" name="Google Shape;712;p101"/>
          <p:cNvSpPr txBox="1"/>
          <p:nvPr/>
        </p:nvSpPr>
        <p:spPr>
          <a:xfrm>
            <a:off x="889000" y="9550400"/>
            <a:ext cx="139701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600">
                <a:solidFill>
                  <a:srgbClr val="0668E1"/>
                </a:solidFill>
              </a:rPr>
              <a:t>CUSTOM TASKOPS  /  5</a:t>
            </a:r>
            <a:endParaRPr sz="1600">
              <a:solidFill>
                <a:srgbClr val="0668E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02"/>
          <p:cNvSpPr txBox="1"/>
          <p:nvPr>
            <p:ph type="title"/>
          </p:nvPr>
        </p:nvSpPr>
        <p:spPr>
          <a:xfrm>
            <a:off x="889000" y="825500"/>
            <a:ext cx="16509900" cy="16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200">
                <a:solidFill>
                  <a:srgbClr val="1C2B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4200">
              <a:solidFill>
                <a:srgbClr val="1C2B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102"/>
          <p:cNvSpPr txBox="1"/>
          <p:nvPr>
            <p:ph idx="1" type="body"/>
          </p:nvPr>
        </p:nvSpPr>
        <p:spPr>
          <a:xfrm>
            <a:off x="889000" y="2278197"/>
            <a:ext cx="16509900" cy="10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000">
                <a:solidFill>
                  <a:srgbClr val="1C2B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solidFill>
                <a:srgbClr val="1C2B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02"/>
          <p:cNvSpPr txBox="1"/>
          <p:nvPr/>
        </p:nvSpPr>
        <p:spPr>
          <a:xfrm>
            <a:off x="889000" y="698500"/>
            <a:ext cx="165099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4200">
                <a:solidFill>
                  <a:srgbClr val="1C2B33"/>
                </a:solidFill>
              </a:rPr>
              <a:t>From your workflow to your own plugin</a:t>
            </a:r>
            <a:endParaRPr b="1" sz="4200">
              <a:solidFill>
                <a:srgbClr val="1C2B33"/>
              </a:solidFill>
            </a:endParaRPr>
          </a:p>
        </p:txBody>
      </p:sp>
      <p:sp>
        <p:nvSpPr>
          <p:cNvPr id="720" name="Google Shape;720;p102"/>
          <p:cNvSpPr/>
          <p:nvPr/>
        </p:nvSpPr>
        <p:spPr>
          <a:xfrm>
            <a:off x="889000" y="2214697"/>
            <a:ext cx="16509900" cy="1269900"/>
          </a:xfrm>
          <a:prstGeom prst="roundRect">
            <a:avLst>
              <a:gd fmla="val 16667" name="adj"/>
            </a:avLst>
          </a:prstGeom>
          <a:solidFill>
            <a:srgbClr val="F3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721" name="Google Shape;721;p102"/>
          <p:cNvSpPr txBox="1"/>
          <p:nvPr/>
        </p:nvSpPr>
        <p:spPr>
          <a:xfrm>
            <a:off x="1193800" y="2417897"/>
            <a:ext cx="5079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668E1"/>
                </a:solidFill>
              </a:rPr>
              <a:t>1</a:t>
            </a:r>
            <a:endParaRPr b="1" sz="2600">
              <a:solidFill>
                <a:srgbClr val="0668E1"/>
              </a:solidFill>
            </a:endParaRPr>
          </a:p>
        </p:txBody>
      </p:sp>
      <p:sp>
        <p:nvSpPr>
          <p:cNvPr id="722" name="Google Shape;722;p102"/>
          <p:cNvSpPr txBox="1"/>
          <p:nvPr/>
        </p:nvSpPr>
        <p:spPr>
          <a:xfrm>
            <a:off x="1841500" y="2417897"/>
            <a:ext cx="34290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668E1"/>
                </a:solidFill>
              </a:rPr>
              <a:t>Repeated work</a:t>
            </a:r>
            <a:endParaRPr b="1" sz="2600">
              <a:solidFill>
                <a:srgbClr val="0668E1"/>
              </a:solidFill>
            </a:endParaRPr>
          </a:p>
        </p:txBody>
      </p:sp>
      <p:sp>
        <p:nvSpPr>
          <p:cNvPr id="723" name="Google Shape;723;p102"/>
          <p:cNvSpPr txBox="1"/>
          <p:nvPr/>
        </p:nvSpPr>
        <p:spPr>
          <a:xfrm>
            <a:off x="5778500" y="2417897"/>
            <a:ext cx="112395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C2B33"/>
                </a:solidFill>
              </a:rPr>
              <a:t>Which steps or repairs keep needing another prompt?</a:t>
            </a:r>
            <a:endParaRPr sz="23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C2B33"/>
                </a:solidFill>
              </a:rPr>
              <a:t>Where do existing skills leave manual follow-up?</a:t>
            </a:r>
            <a:endParaRPr sz="2300">
              <a:solidFill>
                <a:srgbClr val="1C2B33"/>
              </a:solidFill>
            </a:endParaRPr>
          </a:p>
        </p:txBody>
      </p:sp>
      <p:sp>
        <p:nvSpPr>
          <p:cNvPr id="724" name="Google Shape;724;p102"/>
          <p:cNvSpPr/>
          <p:nvPr/>
        </p:nvSpPr>
        <p:spPr>
          <a:xfrm>
            <a:off x="889000" y="3675197"/>
            <a:ext cx="16509900" cy="1650900"/>
          </a:xfrm>
          <a:prstGeom prst="roundRect">
            <a:avLst>
              <a:gd fmla="val 16667" name="adj"/>
            </a:avLst>
          </a:prstGeom>
          <a:solidFill>
            <a:srgbClr val="EAF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725" name="Google Shape;725;p102"/>
          <p:cNvSpPr txBox="1"/>
          <p:nvPr/>
        </p:nvSpPr>
        <p:spPr>
          <a:xfrm>
            <a:off x="1193800" y="3878397"/>
            <a:ext cx="5079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668E1"/>
                </a:solidFill>
              </a:rPr>
              <a:t>2</a:t>
            </a:r>
            <a:endParaRPr b="1" sz="2600">
              <a:solidFill>
                <a:srgbClr val="0668E1"/>
              </a:solidFill>
            </a:endParaRPr>
          </a:p>
        </p:txBody>
      </p:sp>
      <p:sp>
        <p:nvSpPr>
          <p:cNvPr id="726" name="Google Shape;726;p102"/>
          <p:cNvSpPr txBox="1"/>
          <p:nvPr/>
        </p:nvSpPr>
        <p:spPr>
          <a:xfrm>
            <a:off x="1841500" y="3878397"/>
            <a:ext cx="3429000" cy="13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668E1"/>
                </a:solidFill>
              </a:rPr>
              <a:t>Your mental model</a:t>
            </a:r>
            <a:endParaRPr b="1" sz="2600">
              <a:solidFill>
                <a:srgbClr val="0668E1"/>
              </a:solidFill>
            </a:endParaRPr>
          </a:p>
        </p:txBody>
      </p:sp>
      <p:sp>
        <p:nvSpPr>
          <p:cNvPr id="727" name="Google Shape;727;p102"/>
          <p:cNvSpPr txBox="1"/>
          <p:nvPr/>
        </p:nvSpPr>
        <p:spPr>
          <a:xfrm>
            <a:off x="5778500" y="3878397"/>
            <a:ext cx="11239500" cy="13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C2B33"/>
                </a:solidFill>
              </a:rPr>
              <a:t>Custom steps, reused skills (official review, difficulty tuning), or both?</a:t>
            </a:r>
            <a:endParaRPr sz="23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C2B33"/>
                </a:solidFill>
              </a:rPr>
              <a:t>Plan user input, handoffs, required checks, and failure handling.</a:t>
            </a:r>
            <a:endParaRPr sz="23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C2B33"/>
                </a:solidFill>
              </a:rPr>
              <a:t>If tuning finishes but validation fails, what happens next?</a:t>
            </a:r>
            <a:endParaRPr sz="2300">
              <a:solidFill>
                <a:srgbClr val="1C2B33"/>
              </a:solidFill>
            </a:endParaRPr>
          </a:p>
        </p:txBody>
      </p:sp>
      <p:sp>
        <p:nvSpPr>
          <p:cNvPr id="728" name="Google Shape;728;p102"/>
          <p:cNvSpPr/>
          <p:nvPr/>
        </p:nvSpPr>
        <p:spPr>
          <a:xfrm>
            <a:off x="889000" y="5516697"/>
            <a:ext cx="16509900" cy="1841400"/>
          </a:xfrm>
          <a:prstGeom prst="roundRect">
            <a:avLst>
              <a:gd fmla="val 16667" name="adj"/>
            </a:avLst>
          </a:prstGeom>
          <a:solidFill>
            <a:srgbClr val="F3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729" name="Google Shape;729;p102"/>
          <p:cNvSpPr txBox="1"/>
          <p:nvPr/>
        </p:nvSpPr>
        <p:spPr>
          <a:xfrm>
            <a:off x="1193800" y="5719897"/>
            <a:ext cx="5079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668E1"/>
                </a:solidFill>
              </a:rPr>
              <a:t>3</a:t>
            </a:r>
            <a:endParaRPr b="1" sz="2600">
              <a:solidFill>
                <a:srgbClr val="0668E1"/>
              </a:solidFill>
            </a:endParaRPr>
          </a:p>
        </p:txBody>
      </p:sp>
      <p:sp>
        <p:nvSpPr>
          <p:cNvPr id="730" name="Google Shape;730;p102"/>
          <p:cNvSpPr txBox="1"/>
          <p:nvPr/>
        </p:nvSpPr>
        <p:spPr>
          <a:xfrm>
            <a:off x="1841500" y="5719897"/>
            <a:ext cx="34290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668E1"/>
                </a:solidFill>
              </a:rPr>
              <a:t>Adapt, build, iterate</a:t>
            </a:r>
            <a:endParaRPr b="1" sz="2600">
              <a:solidFill>
                <a:srgbClr val="0668E1"/>
              </a:solidFill>
            </a:endParaRPr>
          </a:p>
        </p:txBody>
      </p:sp>
      <p:sp>
        <p:nvSpPr>
          <p:cNvPr id="731" name="Google Shape;731;p102"/>
          <p:cNvSpPr txBox="1"/>
          <p:nvPr/>
        </p:nvSpPr>
        <p:spPr>
          <a:xfrm>
            <a:off x="5778500" y="5719897"/>
            <a:ext cx="11239500" cy="15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C2B33"/>
                </a:solidFill>
              </a:rPr>
              <a:t>Adapt Custom TaskOps or build your own plugin; tailor it to how you work.</a:t>
            </a:r>
            <a:endParaRPr sz="23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C2B33"/>
                </a:solidFill>
              </a:rPr>
              <a:t>When behavior misses your intent, ask AI to revise the steps or policies.</a:t>
            </a:r>
            <a:endParaRPr sz="2300">
              <a:solidFill>
                <a:srgbClr val="1C2B3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C2B33"/>
                </a:solidFill>
              </a:rPr>
              <a:t>Validate and reinstall; keep refining your defaults and track overrides.</a:t>
            </a:r>
            <a:endParaRPr sz="2300">
              <a:solidFill>
                <a:srgbClr val="1C2B33"/>
              </a:solidFill>
            </a:endParaRPr>
          </a:p>
        </p:txBody>
      </p:sp>
      <p:sp>
        <p:nvSpPr>
          <p:cNvPr id="732" name="Google Shape;732;p102"/>
          <p:cNvSpPr/>
          <p:nvPr/>
        </p:nvSpPr>
        <p:spPr>
          <a:xfrm>
            <a:off x="889000" y="7612197"/>
            <a:ext cx="16509900" cy="1143000"/>
          </a:xfrm>
          <a:prstGeom prst="roundRect">
            <a:avLst>
              <a:gd fmla="val 16667" name="adj"/>
            </a:avLst>
          </a:prstGeom>
          <a:solidFill>
            <a:srgbClr val="F3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timistic"/>
              <a:ea typeface="Optimistic"/>
              <a:cs typeface="Optimistic"/>
              <a:sym typeface="Optimistic"/>
            </a:endParaRPr>
          </a:p>
        </p:txBody>
      </p:sp>
      <p:sp>
        <p:nvSpPr>
          <p:cNvPr id="733" name="Google Shape;733;p102"/>
          <p:cNvSpPr txBox="1"/>
          <p:nvPr/>
        </p:nvSpPr>
        <p:spPr>
          <a:xfrm>
            <a:off x="1193800" y="7815397"/>
            <a:ext cx="41274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64748B"/>
                </a:solidFill>
              </a:rPr>
              <a:t>Install / update</a:t>
            </a:r>
            <a:endParaRPr b="1" sz="2100">
              <a:solidFill>
                <a:srgbClr val="64748B"/>
              </a:solidFill>
            </a:endParaRPr>
          </a:p>
        </p:txBody>
      </p:sp>
      <p:sp>
        <p:nvSpPr>
          <p:cNvPr id="734" name="Google Shape;734;p102"/>
          <p:cNvSpPr txBox="1"/>
          <p:nvPr/>
        </p:nvSpPr>
        <p:spPr>
          <a:xfrm>
            <a:off x="5778500" y="7789997"/>
            <a:ext cx="112395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1C2B33"/>
                </a:solidFill>
                <a:latin typeface="Roboto Mono"/>
                <a:ea typeface="Roboto Mono"/>
                <a:cs typeface="Roboto Mono"/>
                <a:sym typeface="Roboto Mono"/>
              </a:rPr>
              <a:t>muse plugins install /path/to/custom-taskops --scope user</a:t>
            </a:r>
            <a:endParaRPr sz="1900">
              <a:solidFill>
                <a:srgbClr val="1C2B3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1C2B33"/>
                </a:solidFill>
                <a:latin typeface="Roboto Mono"/>
                <a:ea typeface="Roboto Mono"/>
                <a:cs typeface="Roboto Mono"/>
                <a:sym typeface="Roboto Mono"/>
              </a:rPr>
              <a:t>muse plugins approve custom-taskops</a:t>
            </a:r>
            <a:endParaRPr sz="1900">
              <a:solidFill>
                <a:srgbClr val="1C2B3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35" name="Google Shape;735;p102"/>
          <p:cNvSpPr txBox="1"/>
          <p:nvPr/>
        </p:nvSpPr>
        <p:spPr>
          <a:xfrm>
            <a:off x="889000" y="1625600"/>
            <a:ext cx="7746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hlink"/>
                </a:solidFill>
                <a:hlinkClick r:id="rId3"/>
              </a:rPr>
              <a:t>github.com/hrnmeta/custom-taskops</a:t>
            </a:r>
            <a:endParaRPr b="1" sz="1800">
              <a:solidFill>
                <a:srgbClr val="0668E1"/>
              </a:solidFill>
            </a:endParaRPr>
          </a:p>
        </p:txBody>
      </p:sp>
      <p:sp>
        <p:nvSpPr>
          <p:cNvPr id="736" name="Google Shape;736;p102"/>
          <p:cNvSpPr txBox="1"/>
          <p:nvPr/>
        </p:nvSpPr>
        <p:spPr>
          <a:xfrm>
            <a:off x="889000" y="9550400"/>
            <a:ext cx="78741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600">
                <a:solidFill>
                  <a:srgbClr val="0668E1"/>
                </a:solidFill>
              </a:rPr>
              <a:t>CUSTOM TASKOPS  /  6</a:t>
            </a:r>
            <a:endParaRPr sz="1600">
              <a:solidFill>
                <a:srgbClr val="0668E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eta_v5">
  <a:themeElements>
    <a:clrScheme name="Simple Light">
      <a:dk1>
        <a:srgbClr val="1C2B33"/>
      </a:dk1>
      <a:lt1>
        <a:srgbClr val="283943"/>
      </a:lt1>
      <a:dk2>
        <a:srgbClr val="344854"/>
      </a:dk2>
      <a:lt2>
        <a:srgbClr val="67788A"/>
      </a:lt2>
      <a:accent1>
        <a:srgbClr val="A7B3BF"/>
      </a:accent1>
      <a:accent2>
        <a:srgbClr val="CBD2D9"/>
      </a:accent2>
      <a:accent3>
        <a:srgbClr val="F1F4F7"/>
      </a:accent3>
      <a:accent4>
        <a:srgbClr val="FFFFFF"/>
      </a:accent4>
      <a:accent5>
        <a:srgbClr val="000000"/>
      </a:accent5>
      <a:accent6>
        <a:srgbClr val="0064E0"/>
      </a:accent6>
      <a:hlink>
        <a:srgbClr val="0082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